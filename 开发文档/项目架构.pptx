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3E01A-6836-AB97-5F0B-13B59A3DD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704A3F-00B4-F892-38E9-7F7A95BF1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A84834-6AC4-A088-5CB6-366BBEE4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0BBC7B-2074-7D1A-E7BE-E0CBF85A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41DF32-7FF3-B92E-ADB3-516E28D4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18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ED89B-E16A-F6DC-3174-B05DC485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A7DF2A-FB8A-A25E-82FE-DA261A4CE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94B5A3-F008-FBC0-25E1-444CE30F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1DEEA3-DF9A-A9D1-491F-FE703DFB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AE49B4-C4E5-BE73-2B17-1545A44F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82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7E2CD-12C6-7101-6228-E709F6F3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E26785-8261-F660-7B24-FE9909CD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C546DC-0DC0-F779-71F8-F6E451D9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191F7-C775-309A-3720-AAB97718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CECD64-875E-CB12-2919-04CCAA09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23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8A2CE-6A20-7F32-3528-817EE615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388779-D7C7-DEAB-62C2-5C4EA6E85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370334-9809-B2C5-15D3-75F353F27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08A1C5-5E54-1F1B-082D-87D9D1B0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BFA9A3-B6CF-DB52-2873-F2AE1B6E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B6DB12-F746-09E1-ED6F-5F9D5FB1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01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CACCA-4F29-E769-E1BF-847549E7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759A09-13A5-BC8C-163A-2AEB36DAE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8D7333-AF7A-69F2-6C72-B4F77A8B8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7C37EA-7E27-A3C4-8609-1D932F369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32090A-8F07-0191-B184-A29ECD2FDF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EF0528-2F29-7B8C-A3AA-2AEDCDC3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0A1570-53D0-D72D-425D-6EB5B49F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78185B-F377-807C-2820-A220A274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37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23050-EEC5-F7DD-C30C-8B5B879C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6B1C1B-D005-3A12-13B0-67E27E7E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EDBDC5-7AD5-174D-E9F9-A9E729A2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754548-BF2C-31C7-972F-0FE66E7B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26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1A5E50-4C82-04DE-D688-84A54D13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0AC53C-C49D-86D1-A29A-0EF6D7C1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7E4834-B15B-7333-8C4C-71B80482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17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F95DC-DCA3-D857-3D3B-71C5B1A8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15AD2B-EC65-5A52-E012-388BCCB3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22D047-F949-1B96-E779-1FAE2CCAE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2119E1-31D7-7C42-81EA-E0EF4D02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6550A9-09B9-B9F6-4DEF-F263ECAF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6F03E7-AF7C-A270-FAC3-A3AB2B09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35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6E155-002B-E45B-9DDE-B1A702F5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8377AD-2B70-97E0-4E70-D8AAD7E92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864728-4CF5-C1F1-F1C9-C20C77BA1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7EFA04-EE82-FA86-84F3-AD835D90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94B1A1-D115-9675-6A80-BA4BE1B8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EFB7EA-DA1D-FBE5-BBB3-658D3721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96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5200B-16C7-BA0F-69B9-4BAEA806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817C1E-E025-151E-6A7E-E357C8EDD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C5624-7268-FE27-9FAA-A1277ABD7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CA6581-AF60-0224-2FC9-91B6A9026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49024-E9CD-F264-3AB4-F1732FF8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17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DB0D48-0627-D714-0E58-4EF0755CE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CF154D-D139-C35D-0873-D743B4A2E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9878F-F307-5374-FBC6-9C4D9C36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BE9B3A-B518-3E8A-180D-559171B6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43EC7-FF89-6710-6227-A859EA2F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79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552BCE-4BDA-A31B-2B25-30746B652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9FC399-B403-A4E5-F1DF-410A40BBA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87E1D9-A92B-6873-3202-7FFA8B697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7601E-B1B8-4937-BC68-D6151720DA41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DACD01-2F4C-46FE-5615-F3E1C7253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534B3-4C50-DB42-C666-6E76020FA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0C5AB-D8DB-41A7-98B9-3E9BEECB5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52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81">
            <a:extLst>
              <a:ext uri="{FF2B5EF4-FFF2-40B4-BE49-F238E27FC236}">
                <a16:creationId xmlns:a16="http://schemas.microsoft.com/office/drawing/2014/main" id="{5D3A715B-10AF-17A5-F2EF-14D6F4468551}"/>
              </a:ext>
            </a:extLst>
          </p:cNvPr>
          <p:cNvSpPr/>
          <p:nvPr/>
        </p:nvSpPr>
        <p:spPr>
          <a:xfrm>
            <a:off x="5812264" y="3218010"/>
            <a:ext cx="4785886" cy="141733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圆角矩形 82">
            <a:extLst>
              <a:ext uri="{FF2B5EF4-FFF2-40B4-BE49-F238E27FC236}">
                <a16:creationId xmlns:a16="http://schemas.microsoft.com/office/drawing/2014/main" id="{C4ABE4F5-EFFB-E08B-ECEC-67CAF3BDEA4D}"/>
              </a:ext>
            </a:extLst>
          </p:cNvPr>
          <p:cNvSpPr/>
          <p:nvPr/>
        </p:nvSpPr>
        <p:spPr>
          <a:xfrm>
            <a:off x="5812264" y="3224169"/>
            <a:ext cx="4785886" cy="272253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323F897-5F3C-07B6-4426-E0085391157B}"/>
              </a:ext>
            </a:extLst>
          </p:cNvPr>
          <p:cNvGrpSpPr/>
          <p:nvPr/>
        </p:nvGrpSpPr>
        <p:grpSpPr>
          <a:xfrm>
            <a:off x="2299009" y="4917239"/>
            <a:ext cx="3332359" cy="1193628"/>
            <a:chOff x="1841809" y="4961844"/>
            <a:chExt cx="3332359" cy="1193628"/>
          </a:xfrm>
        </p:grpSpPr>
        <p:sp>
          <p:nvSpPr>
            <p:cNvPr id="7" name="圆角矩形 23">
              <a:extLst>
                <a:ext uri="{FF2B5EF4-FFF2-40B4-BE49-F238E27FC236}">
                  <a16:creationId xmlns:a16="http://schemas.microsoft.com/office/drawing/2014/main" id="{C0B218F9-FAB1-710F-0521-8EC17064D1A6}"/>
                </a:ext>
              </a:extLst>
            </p:cNvPr>
            <p:cNvSpPr/>
            <p:nvPr/>
          </p:nvSpPr>
          <p:spPr>
            <a:xfrm>
              <a:off x="1841809" y="4999986"/>
              <a:ext cx="3332358" cy="276999"/>
            </a:xfrm>
            <a:prstGeom prst="roundRect">
              <a:avLst>
                <a:gd name="adj" fmla="val 3060"/>
              </a:avLst>
            </a:prstGeom>
            <a:solidFill>
              <a:srgbClr val="4C763B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圆角矩形 10">
              <a:extLst>
                <a:ext uri="{FF2B5EF4-FFF2-40B4-BE49-F238E27FC236}">
                  <a16:creationId xmlns:a16="http://schemas.microsoft.com/office/drawing/2014/main" id="{CC7AEA1D-F9F6-F96D-46D0-ADB69CDFE89E}"/>
                </a:ext>
              </a:extLst>
            </p:cNvPr>
            <p:cNvSpPr/>
            <p:nvPr/>
          </p:nvSpPr>
          <p:spPr>
            <a:xfrm>
              <a:off x="1841810" y="5001993"/>
              <a:ext cx="3332358" cy="1153479"/>
            </a:xfrm>
            <a:prstGeom prst="roundRect">
              <a:avLst>
                <a:gd name="adj" fmla="val 3060"/>
              </a:avLst>
            </a:prstGeom>
            <a:solidFill>
              <a:srgbClr val="4C763B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69336AF-86E7-6E55-30EE-682E3FB9E2B0}"/>
                </a:ext>
              </a:extLst>
            </p:cNvPr>
            <p:cNvSpPr txBox="1"/>
            <p:nvPr/>
          </p:nvSpPr>
          <p:spPr>
            <a:xfrm>
              <a:off x="3065656" y="4961844"/>
              <a:ext cx="8846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Apple Color Emoji" pitchFamily="2" charset="0"/>
                  <a:cs typeface="Arial" panose="020B0604020202020204" pitchFamily="34" charset="0"/>
                </a:rPr>
                <a:t>config</a:t>
              </a:r>
            </a:p>
          </p:txBody>
        </p:sp>
      </p:grpSp>
      <p:sp>
        <p:nvSpPr>
          <p:cNvPr id="10" name="圆角矩形 3">
            <a:extLst>
              <a:ext uri="{FF2B5EF4-FFF2-40B4-BE49-F238E27FC236}">
                <a16:creationId xmlns:a16="http://schemas.microsoft.com/office/drawing/2014/main" id="{F9207E5F-8086-9B07-52C7-5832DBC3AF91}"/>
              </a:ext>
            </a:extLst>
          </p:cNvPr>
          <p:cNvSpPr/>
          <p:nvPr/>
        </p:nvSpPr>
        <p:spPr>
          <a:xfrm>
            <a:off x="2118734" y="4817328"/>
            <a:ext cx="8575286" cy="1449657"/>
          </a:xfrm>
          <a:prstGeom prst="roundRect">
            <a:avLst>
              <a:gd name="adj" fmla="val 3060"/>
            </a:avLst>
          </a:prstGeom>
          <a:noFill/>
          <a:ln w="6350">
            <a:solidFill>
              <a:srgbClr val="4C76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1EDE02-D8F9-CB55-3EB0-C997F891D6E2}"/>
              </a:ext>
            </a:extLst>
          </p:cNvPr>
          <p:cNvSpPr txBox="1"/>
          <p:nvPr/>
        </p:nvSpPr>
        <p:spPr>
          <a:xfrm>
            <a:off x="535259" y="5357490"/>
            <a:ext cx="1667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4C763B"/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Infrastructure</a:t>
            </a:r>
          </a:p>
        </p:txBody>
      </p:sp>
      <p:sp>
        <p:nvSpPr>
          <p:cNvPr id="12" name="圆角矩形 7">
            <a:extLst>
              <a:ext uri="{FF2B5EF4-FFF2-40B4-BE49-F238E27FC236}">
                <a16:creationId xmlns:a16="http://schemas.microsoft.com/office/drawing/2014/main" id="{E30F4D85-327A-C7B4-B94E-B13172DBA5C5}"/>
              </a:ext>
            </a:extLst>
          </p:cNvPr>
          <p:cNvSpPr/>
          <p:nvPr/>
        </p:nvSpPr>
        <p:spPr>
          <a:xfrm>
            <a:off x="2118734" y="3067257"/>
            <a:ext cx="8575286" cy="1666660"/>
          </a:xfrm>
          <a:prstGeom prst="roundRect">
            <a:avLst>
              <a:gd name="adj" fmla="val 3060"/>
            </a:avLst>
          </a:prstGeom>
          <a:noFill/>
          <a:ln w="6350">
            <a:solidFill>
              <a:srgbClr val="1048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8">
            <a:extLst>
              <a:ext uri="{FF2B5EF4-FFF2-40B4-BE49-F238E27FC236}">
                <a16:creationId xmlns:a16="http://schemas.microsoft.com/office/drawing/2014/main" id="{B64B49B5-0A80-2C5F-BBBD-747E2D359342}"/>
              </a:ext>
            </a:extLst>
          </p:cNvPr>
          <p:cNvSpPr/>
          <p:nvPr/>
        </p:nvSpPr>
        <p:spPr>
          <a:xfrm>
            <a:off x="2118734" y="632862"/>
            <a:ext cx="8575286" cy="2337181"/>
          </a:xfrm>
          <a:prstGeom prst="roundRect">
            <a:avLst>
              <a:gd name="adj" fmla="val 3060"/>
            </a:avLst>
          </a:prstGeom>
          <a:noFill/>
          <a:ln w="6350">
            <a:solidFill>
              <a:srgbClr val="9B5D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426B24-1B8B-AE4F-0674-AFADF9DED372}"/>
              </a:ext>
            </a:extLst>
          </p:cNvPr>
          <p:cNvSpPr txBox="1"/>
          <p:nvPr/>
        </p:nvSpPr>
        <p:spPr>
          <a:xfrm>
            <a:off x="2299011" y="5284783"/>
            <a:ext cx="157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100" dirty="0" err="1"/>
              <a:t>get_db_config</a:t>
            </a:r>
            <a:r>
              <a:rPr lang="en" altLang="zh-CN" sz="1100" dirty="0"/>
              <a:t>()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6C2063-469F-F2A8-E5DA-45E238B36893}"/>
              </a:ext>
            </a:extLst>
          </p:cNvPr>
          <p:cNvSpPr txBox="1"/>
          <p:nvPr/>
        </p:nvSpPr>
        <p:spPr>
          <a:xfrm>
            <a:off x="2299011" y="5534127"/>
            <a:ext cx="157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100" dirty="0" err="1"/>
              <a:t>get_minio_config</a:t>
            </a:r>
            <a:r>
              <a:rPr lang="en" altLang="zh-CN" sz="1100" dirty="0"/>
              <a:t>()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378B67F-BE0D-8368-3C3C-7C96D3ED45BD}"/>
              </a:ext>
            </a:extLst>
          </p:cNvPr>
          <p:cNvSpPr txBox="1"/>
          <p:nvPr/>
        </p:nvSpPr>
        <p:spPr>
          <a:xfrm>
            <a:off x="2299011" y="5783910"/>
            <a:ext cx="157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100" dirty="0" err="1"/>
              <a:t>get_event_mapping</a:t>
            </a:r>
            <a:r>
              <a:rPr lang="en" altLang="zh-CN" sz="1100" dirty="0"/>
              <a:t>()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F2A97B-ACA2-3076-07FF-BD835E633F91}"/>
              </a:ext>
            </a:extLst>
          </p:cNvPr>
          <p:cNvSpPr txBox="1"/>
          <p:nvPr/>
        </p:nvSpPr>
        <p:spPr>
          <a:xfrm>
            <a:off x="3875050" y="5289688"/>
            <a:ext cx="157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100" dirty="0" err="1"/>
              <a:t>get_model_config</a:t>
            </a:r>
            <a:r>
              <a:rPr lang="en" altLang="zh-CN" sz="1100" dirty="0"/>
              <a:t>()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20C3E00-2B74-7102-D4AC-989E4C2BA516}"/>
              </a:ext>
            </a:extLst>
          </p:cNvPr>
          <p:cNvSpPr txBox="1"/>
          <p:nvPr/>
        </p:nvSpPr>
        <p:spPr>
          <a:xfrm>
            <a:off x="3875051" y="5545278"/>
            <a:ext cx="157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100" dirty="0" err="1"/>
              <a:t>get_rtsp_config</a:t>
            </a:r>
            <a:r>
              <a:rPr lang="en" altLang="zh-CN" sz="1100" dirty="0"/>
              <a:t>()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38C9C0-EF9D-1CD9-0363-E464E5E7AD83}"/>
              </a:ext>
            </a:extLst>
          </p:cNvPr>
          <p:cNvSpPr txBox="1"/>
          <p:nvPr/>
        </p:nvSpPr>
        <p:spPr>
          <a:xfrm>
            <a:off x="3875051" y="5785243"/>
            <a:ext cx="19681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100" dirty="0" err="1"/>
              <a:t>get_scheduler_config</a:t>
            </a:r>
            <a:r>
              <a:rPr lang="en" altLang="zh-CN" sz="1100" dirty="0"/>
              <a:t>()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F9B5A3A-2C7C-52D1-BF68-BDE3DD012838}"/>
              </a:ext>
            </a:extLst>
          </p:cNvPr>
          <p:cNvGrpSpPr/>
          <p:nvPr/>
        </p:nvGrpSpPr>
        <p:grpSpPr>
          <a:xfrm>
            <a:off x="5854391" y="4917239"/>
            <a:ext cx="1172739" cy="1193628"/>
            <a:chOff x="1841809" y="4961844"/>
            <a:chExt cx="3332359" cy="1193628"/>
          </a:xfrm>
        </p:grpSpPr>
        <p:sp>
          <p:nvSpPr>
            <p:cNvPr id="21" name="圆角矩形 26">
              <a:extLst>
                <a:ext uri="{FF2B5EF4-FFF2-40B4-BE49-F238E27FC236}">
                  <a16:creationId xmlns:a16="http://schemas.microsoft.com/office/drawing/2014/main" id="{D6BC676A-065B-D4C7-99F8-6DAE6BE5A854}"/>
                </a:ext>
              </a:extLst>
            </p:cNvPr>
            <p:cNvSpPr/>
            <p:nvPr/>
          </p:nvSpPr>
          <p:spPr>
            <a:xfrm>
              <a:off x="1841810" y="5001993"/>
              <a:ext cx="3332358" cy="1153479"/>
            </a:xfrm>
            <a:prstGeom prst="roundRect">
              <a:avLst>
                <a:gd name="adj" fmla="val 3060"/>
              </a:avLst>
            </a:prstGeom>
            <a:solidFill>
              <a:srgbClr val="4C763B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圆角矩形 27">
              <a:extLst>
                <a:ext uri="{FF2B5EF4-FFF2-40B4-BE49-F238E27FC236}">
                  <a16:creationId xmlns:a16="http://schemas.microsoft.com/office/drawing/2014/main" id="{6F826966-0EFC-2BC9-31BE-5F97109B8BD0}"/>
                </a:ext>
              </a:extLst>
            </p:cNvPr>
            <p:cNvSpPr/>
            <p:nvPr/>
          </p:nvSpPr>
          <p:spPr>
            <a:xfrm>
              <a:off x="1841809" y="4999986"/>
              <a:ext cx="3332358" cy="276999"/>
            </a:xfrm>
            <a:prstGeom prst="roundRect">
              <a:avLst>
                <a:gd name="adj" fmla="val 3060"/>
              </a:avLst>
            </a:prstGeom>
            <a:solidFill>
              <a:srgbClr val="4C763B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E0E85F2-A4DD-CD13-1E0D-6CD77A218E0F}"/>
                </a:ext>
              </a:extLst>
            </p:cNvPr>
            <p:cNvSpPr txBox="1"/>
            <p:nvPr/>
          </p:nvSpPr>
          <p:spPr>
            <a:xfrm>
              <a:off x="2293346" y="4961844"/>
              <a:ext cx="24556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Apple Color Emoji" pitchFamily="2" charset="0"/>
                  <a:cs typeface="Arial" panose="020B0604020202020204" pitchFamily="34" charset="0"/>
                </a:rPr>
                <a:t>logging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5CFDDF8B-A7E7-391D-B164-E05A5B039278}"/>
              </a:ext>
            </a:extLst>
          </p:cNvPr>
          <p:cNvSpPr txBox="1"/>
          <p:nvPr/>
        </p:nvSpPr>
        <p:spPr>
          <a:xfrm>
            <a:off x="5869262" y="5366855"/>
            <a:ext cx="13641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200" dirty="0" err="1">
                <a:solidFill>
                  <a:schemeClr val="tx1"/>
                </a:solidFill>
              </a:rPr>
              <a:t>log_start_info</a:t>
            </a:r>
            <a:r>
              <a:rPr lang="en" altLang="zh-CN" sz="12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A3E5B81-5F7A-AF9A-E35D-71FB2FE60672}"/>
              </a:ext>
            </a:extLst>
          </p:cNvPr>
          <p:cNvSpPr txBox="1"/>
          <p:nvPr/>
        </p:nvSpPr>
        <p:spPr>
          <a:xfrm>
            <a:off x="6166625" y="5673963"/>
            <a:ext cx="548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200" b="1" dirty="0">
                <a:solidFill>
                  <a:schemeClr val="tx1"/>
                </a:solidFill>
              </a:rPr>
              <a:t>……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E482064-FACA-93E6-EB62-2B0612D756DC}"/>
              </a:ext>
            </a:extLst>
          </p:cNvPr>
          <p:cNvGrpSpPr/>
          <p:nvPr/>
        </p:nvGrpSpPr>
        <p:grpSpPr>
          <a:xfrm>
            <a:off x="7261311" y="4893826"/>
            <a:ext cx="3243138" cy="1217041"/>
            <a:chOff x="1841809" y="4938431"/>
            <a:chExt cx="3332359" cy="1217041"/>
          </a:xfrm>
        </p:grpSpPr>
        <p:sp>
          <p:nvSpPr>
            <p:cNvPr id="27" name="圆角矩形 32">
              <a:extLst>
                <a:ext uri="{FF2B5EF4-FFF2-40B4-BE49-F238E27FC236}">
                  <a16:creationId xmlns:a16="http://schemas.microsoft.com/office/drawing/2014/main" id="{1CDCB141-7B90-DA51-177F-02C72ADA645F}"/>
                </a:ext>
              </a:extLst>
            </p:cNvPr>
            <p:cNvSpPr/>
            <p:nvPr/>
          </p:nvSpPr>
          <p:spPr>
            <a:xfrm>
              <a:off x="1841809" y="5001993"/>
              <a:ext cx="3332359" cy="1153479"/>
            </a:xfrm>
            <a:prstGeom prst="roundRect">
              <a:avLst>
                <a:gd name="adj" fmla="val 3060"/>
              </a:avLst>
            </a:prstGeom>
            <a:solidFill>
              <a:srgbClr val="4C763B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8" name="圆角矩形 33">
              <a:extLst>
                <a:ext uri="{FF2B5EF4-FFF2-40B4-BE49-F238E27FC236}">
                  <a16:creationId xmlns:a16="http://schemas.microsoft.com/office/drawing/2014/main" id="{0541537F-C63D-1F74-C0F8-1F1EBB3E401C}"/>
                </a:ext>
              </a:extLst>
            </p:cNvPr>
            <p:cNvSpPr/>
            <p:nvPr/>
          </p:nvSpPr>
          <p:spPr>
            <a:xfrm>
              <a:off x="1841809" y="4999986"/>
              <a:ext cx="3332358" cy="276999"/>
            </a:xfrm>
            <a:prstGeom prst="roundRect">
              <a:avLst>
                <a:gd name="adj" fmla="val 3060"/>
              </a:avLst>
            </a:prstGeom>
            <a:solidFill>
              <a:srgbClr val="4C763B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4D07776-CB7F-C3FE-F8D3-FECAF4B3B45B}"/>
                </a:ext>
              </a:extLst>
            </p:cNvPr>
            <p:cNvSpPr txBox="1"/>
            <p:nvPr/>
          </p:nvSpPr>
          <p:spPr>
            <a:xfrm>
              <a:off x="2579796" y="4938431"/>
              <a:ext cx="24556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Apple Color Emoji" pitchFamily="2" charset="0"/>
                  <a:cs typeface="Arial" panose="020B0604020202020204" pitchFamily="34" charset="0"/>
                </a:rPr>
                <a:t>messagequeues</a:t>
              </a:r>
              <a:endParaRPr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圆角矩形 35">
            <a:extLst>
              <a:ext uri="{FF2B5EF4-FFF2-40B4-BE49-F238E27FC236}">
                <a16:creationId xmlns:a16="http://schemas.microsoft.com/office/drawing/2014/main" id="{DA1CDBF5-22FF-D0E9-647D-EF5436C853F9}"/>
              </a:ext>
            </a:extLst>
          </p:cNvPr>
          <p:cNvSpPr/>
          <p:nvPr/>
        </p:nvSpPr>
        <p:spPr>
          <a:xfrm>
            <a:off x="7357120" y="5298721"/>
            <a:ext cx="1524974" cy="727909"/>
          </a:xfrm>
          <a:prstGeom prst="roundRect">
            <a:avLst>
              <a:gd name="adj" fmla="val 3060"/>
            </a:avLst>
          </a:prstGeom>
          <a:noFill/>
          <a:ln w="12700">
            <a:solidFill>
              <a:srgbClr val="4C763B">
                <a:alpha val="54118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圆角矩形 36">
            <a:extLst>
              <a:ext uri="{FF2B5EF4-FFF2-40B4-BE49-F238E27FC236}">
                <a16:creationId xmlns:a16="http://schemas.microsoft.com/office/drawing/2014/main" id="{6F08BF90-CD9E-3BA3-70AF-F33AEE7FA66B}"/>
              </a:ext>
            </a:extLst>
          </p:cNvPr>
          <p:cNvSpPr/>
          <p:nvPr/>
        </p:nvSpPr>
        <p:spPr>
          <a:xfrm>
            <a:off x="7439414" y="5377308"/>
            <a:ext cx="1318855" cy="241998"/>
          </a:xfrm>
          <a:prstGeom prst="roundRect">
            <a:avLst>
              <a:gd name="adj" fmla="val 3060"/>
            </a:avLst>
          </a:prstGeom>
          <a:solidFill>
            <a:srgbClr val="4C763B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16D4FF8-275B-8571-50FE-4FE5A0A26673}"/>
              </a:ext>
            </a:extLst>
          </p:cNvPr>
          <p:cNvSpPr/>
          <p:nvPr/>
        </p:nvSpPr>
        <p:spPr>
          <a:xfrm>
            <a:off x="7456171" y="5397041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CE8EDB4-1E66-AB26-D656-807D1D70FDC4}"/>
              </a:ext>
            </a:extLst>
          </p:cNvPr>
          <p:cNvSpPr txBox="1"/>
          <p:nvPr/>
        </p:nvSpPr>
        <p:spPr>
          <a:xfrm>
            <a:off x="7629580" y="5364986"/>
            <a:ext cx="1199111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PhotoMessage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34" name="圆角矩形 40">
            <a:extLst>
              <a:ext uri="{FF2B5EF4-FFF2-40B4-BE49-F238E27FC236}">
                <a16:creationId xmlns:a16="http://schemas.microsoft.com/office/drawing/2014/main" id="{619E0916-15A7-77CF-B6DB-4C7247586368}"/>
              </a:ext>
            </a:extLst>
          </p:cNvPr>
          <p:cNvSpPr/>
          <p:nvPr/>
        </p:nvSpPr>
        <p:spPr>
          <a:xfrm>
            <a:off x="7439414" y="5702717"/>
            <a:ext cx="1318855" cy="241998"/>
          </a:xfrm>
          <a:prstGeom prst="roundRect">
            <a:avLst>
              <a:gd name="adj" fmla="val 3060"/>
            </a:avLst>
          </a:prstGeom>
          <a:solidFill>
            <a:srgbClr val="4C763B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885E11F8-C9DA-29ED-FCAC-D4C38C8E47C8}"/>
              </a:ext>
            </a:extLst>
          </p:cNvPr>
          <p:cNvSpPr/>
          <p:nvPr/>
        </p:nvSpPr>
        <p:spPr>
          <a:xfrm>
            <a:off x="7456171" y="5722450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457191E-2432-5D52-29CC-E1258BA75400}"/>
              </a:ext>
            </a:extLst>
          </p:cNvPr>
          <p:cNvSpPr txBox="1"/>
          <p:nvPr/>
        </p:nvSpPr>
        <p:spPr>
          <a:xfrm>
            <a:off x="7629580" y="5698708"/>
            <a:ext cx="1199111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DetectionResult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37" name="圆角矩形 44">
            <a:extLst>
              <a:ext uri="{FF2B5EF4-FFF2-40B4-BE49-F238E27FC236}">
                <a16:creationId xmlns:a16="http://schemas.microsoft.com/office/drawing/2014/main" id="{16063A6F-37ED-635F-A691-ADC65DFF7172}"/>
              </a:ext>
            </a:extLst>
          </p:cNvPr>
          <p:cNvSpPr/>
          <p:nvPr/>
        </p:nvSpPr>
        <p:spPr>
          <a:xfrm>
            <a:off x="9055300" y="5465087"/>
            <a:ext cx="1318855" cy="411741"/>
          </a:xfrm>
          <a:prstGeom prst="roundRect">
            <a:avLst>
              <a:gd name="adj" fmla="val 3060"/>
            </a:avLst>
          </a:prstGeom>
          <a:solidFill>
            <a:srgbClr val="4C763B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28751A4-D4DA-4E2D-E3B0-B84285B573F2}"/>
              </a:ext>
            </a:extLst>
          </p:cNvPr>
          <p:cNvSpPr/>
          <p:nvPr/>
        </p:nvSpPr>
        <p:spPr>
          <a:xfrm>
            <a:off x="9072057" y="5484821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9DD8D42-85FA-A5FA-BAD6-167E02DE7B65}"/>
              </a:ext>
            </a:extLst>
          </p:cNvPr>
          <p:cNvSpPr txBox="1"/>
          <p:nvPr/>
        </p:nvSpPr>
        <p:spPr>
          <a:xfrm>
            <a:off x="9245466" y="5454640"/>
            <a:ext cx="1199111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GlobalMessageQueue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40" name="曲线连接符 49">
            <a:extLst>
              <a:ext uri="{FF2B5EF4-FFF2-40B4-BE49-F238E27FC236}">
                <a16:creationId xmlns:a16="http://schemas.microsoft.com/office/drawing/2014/main" id="{938F4A96-1D46-C954-D576-7DD86CAB5681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8680176" y="5494146"/>
            <a:ext cx="375124" cy="176812"/>
          </a:xfrm>
          <a:prstGeom prst="curvedConnector3">
            <a:avLst/>
          </a:prstGeom>
          <a:noFill/>
          <a:ln w="12700">
            <a:solidFill>
              <a:srgbClr val="4C763B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曲线连接符 52">
            <a:extLst>
              <a:ext uri="{FF2B5EF4-FFF2-40B4-BE49-F238E27FC236}">
                <a16:creationId xmlns:a16="http://schemas.microsoft.com/office/drawing/2014/main" id="{F21C8BA8-0BE3-EFB7-07B4-CD75CEA1C13B}"/>
              </a:ext>
            </a:extLst>
          </p:cNvPr>
          <p:cNvCxnSpPr>
            <a:endCxn id="37" idx="1"/>
          </p:cNvCxnSpPr>
          <p:nvPr/>
        </p:nvCxnSpPr>
        <p:spPr>
          <a:xfrm>
            <a:off x="8686800" y="5494541"/>
            <a:ext cx="368500" cy="176417"/>
          </a:xfrm>
          <a:prstGeom prst="curvedConnector3">
            <a:avLst/>
          </a:prstGeom>
          <a:ln>
            <a:solidFill>
              <a:srgbClr val="4C763B">
                <a:alpha val="58039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F78AC0EB-B66D-B445-9D1C-1F7B40ABD5D9}"/>
              </a:ext>
            </a:extLst>
          </p:cNvPr>
          <p:cNvSpPr txBox="1"/>
          <p:nvPr/>
        </p:nvSpPr>
        <p:spPr>
          <a:xfrm>
            <a:off x="955674" y="3598057"/>
            <a:ext cx="810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10487A"/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43" name="圆角矩形 54">
            <a:extLst>
              <a:ext uri="{FF2B5EF4-FFF2-40B4-BE49-F238E27FC236}">
                <a16:creationId xmlns:a16="http://schemas.microsoft.com/office/drawing/2014/main" id="{C848E88A-F7BB-1F8D-263B-30AE5544F9AD}"/>
              </a:ext>
            </a:extLst>
          </p:cNvPr>
          <p:cNvSpPr/>
          <p:nvPr/>
        </p:nvSpPr>
        <p:spPr>
          <a:xfrm>
            <a:off x="2271134" y="3219657"/>
            <a:ext cx="3411209" cy="1272574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4" name="圆角矩形 55">
            <a:extLst>
              <a:ext uri="{FF2B5EF4-FFF2-40B4-BE49-F238E27FC236}">
                <a16:creationId xmlns:a16="http://schemas.microsoft.com/office/drawing/2014/main" id="{FA05E755-B4A7-312E-021D-D5078C78F196}"/>
              </a:ext>
            </a:extLst>
          </p:cNvPr>
          <p:cNvSpPr/>
          <p:nvPr/>
        </p:nvSpPr>
        <p:spPr>
          <a:xfrm>
            <a:off x="2271134" y="3225817"/>
            <a:ext cx="3411209" cy="255368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98700DE-6EC1-4954-B874-B3F9AE4059CD}"/>
              </a:ext>
            </a:extLst>
          </p:cNvPr>
          <p:cNvSpPr txBox="1"/>
          <p:nvPr/>
        </p:nvSpPr>
        <p:spPr>
          <a:xfrm>
            <a:off x="3178659" y="3185762"/>
            <a:ext cx="1632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frameprocessor</a:t>
            </a:r>
            <a:endParaRPr lang="en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46" name="圆角矩形 57">
            <a:extLst>
              <a:ext uri="{FF2B5EF4-FFF2-40B4-BE49-F238E27FC236}">
                <a16:creationId xmlns:a16="http://schemas.microsoft.com/office/drawing/2014/main" id="{24F12CCD-9117-E414-6336-D5B51D1C2B02}"/>
              </a:ext>
            </a:extLst>
          </p:cNvPr>
          <p:cNvSpPr/>
          <p:nvPr/>
        </p:nvSpPr>
        <p:spPr>
          <a:xfrm>
            <a:off x="2328598" y="3647449"/>
            <a:ext cx="1714260" cy="727909"/>
          </a:xfrm>
          <a:prstGeom prst="roundRect">
            <a:avLst>
              <a:gd name="adj" fmla="val 3060"/>
            </a:avLst>
          </a:prstGeom>
          <a:noFill/>
          <a:ln w="12700">
            <a:solidFill>
              <a:srgbClr val="10487A">
                <a:alpha val="54118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圆角矩形 58">
            <a:extLst>
              <a:ext uri="{FF2B5EF4-FFF2-40B4-BE49-F238E27FC236}">
                <a16:creationId xmlns:a16="http://schemas.microsoft.com/office/drawing/2014/main" id="{9F3AAC0C-F7C2-DD31-D738-8E8C7150EFFC}"/>
              </a:ext>
            </a:extLst>
          </p:cNvPr>
          <p:cNvSpPr/>
          <p:nvPr/>
        </p:nvSpPr>
        <p:spPr>
          <a:xfrm>
            <a:off x="2389504" y="3726036"/>
            <a:ext cx="1148255" cy="241998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0D79396E-F633-567C-CA0E-59425C1995C0}"/>
              </a:ext>
            </a:extLst>
          </p:cNvPr>
          <p:cNvSpPr/>
          <p:nvPr/>
        </p:nvSpPr>
        <p:spPr>
          <a:xfrm>
            <a:off x="2406261" y="3745769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7F50DDB-116D-B58C-0865-C264190F1A68}"/>
              </a:ext>
            </a:extLst>
          </p:cNvPr>
          <p:cNvSpPr txBox="1"/>
          <p:nvPr/>
        </p:nvSpPr>
        <p:spPr>
          <a:xfrm>
            <a:off x="2579670" y="3713714"/>
            <a:ext cx="958089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RTSPClient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50" name="圆角矩形 61">
            <a:extLst>
              <a:ext uri="{FF2B5EF4-FFF2-40B4-BE49-F238E27FC236}">
                <a16:creationId xmlns:a16="http://schemas.microsoft.com/office/drawing/2014/main" id="{68465780-6E5C-08D7-CCBE-B67B345E9548}"/>
              </a:ext>
            </a:extLst>
          </p:cNvPr>
          <p:cNvSpPr/>
          <p:nvPr/>
        </p:nvSpPr>
        <p:spPr>
          <a:xfrm>
            <a:off x="2389504" y="4051445"/>
            <a:ext cx="1616089" cy="241998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ED2A7589-6F3A-D20B-E4BE-0DEA91BB9C78}"/>
              </a:ext>
            </a:extLst>
          </p:cNvPr>
          <p:cNvSpPr/>
          <p:nvPr/>
        </p:nvSpPr>
        <p:spPr>
          <a:xfrm>
            <a:off x="2406261" y="4071178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B03A158-A1B8-0BFB-F16C-FFA70183E0FE}"/>
              </a:ext>
            </a:extLst>
          </p:cNvPr>
          <p:cNvSpPr txBox="1"/>
          <p:nvPr/>
        </p:nvSpPr>
        <p:spPr>
          <a:xfrm>
            <a:off x="2579670" y="4047436"/>
            <a:ext cx="1585619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RTSPServiceThread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53" name="圆角矩形 66">
            <a:extLst>
              <a:ext uri="{FF2B5EF4-FFF2-40B4-BE49-F238E27FC236}">
                <a16:creationId xmlns:a16="http://schemas.microsoft.com/office/drawing/2014/main" id="{CB2B44B4-CD65-A6C7-4DAB-FEA1164BDBED}"/>
              </a:ext>
            </a:extLst>
          </p:cNvPr>
          <p:cNvSpPr/>
          <p:nvPr/>
        </p:nvSpPr>
        <p:spPr>
          <a:xfrm>
            <a:off x="4196344" y="4058261"/>
            <a:ext cx="1310529" cy="241998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D4DF68AA-2D7E-B573-A08D-9DCBCB73E5B0}"/>
              </a:ext>
            </a:extLst>
          </p:cNvPr>
          <p:cNvSpPr/>
          <p:nvPr/>
        </p:nvSpPr>
        <p:spPr>
          <a:xfrm>
            <a:off x="4213101" y="4077994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956F483-E5AD-D938-0D17-6F8F19F83B38}"/>
              </a:ext>
            </a:extLst>
          </p:cNvPr>
          <p:cNvSpPr txBox="1"/>
          <p:nvPr/>
        </p:nvSpPr>
        <p:spPr>
          <a:xfrm>
            <a:off x="4386511" y="4054252"/>
            <a:ext cx="1182202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CaptureThread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56" name="直线箭头连接符 70">
            <a:extLst>
              <a:ext uri="{FF2B5EF4-FFF2-40B4-BE49-F238E27FC236}">
                <a16:creationId xmlns:a16="http://schemas.microsoft.com/office/drawing/2014/main" id="{BC64B83E-D6C6-3AF0-237E-3749A94C3667}"/>
              </a:ext>
            </a:extLst>
          </p:cNvPr>
          <p:cNvCxnSpPr>
            <a:cxnSpLocks/>
          </p:cNvCxnSpPr>
          <p:nvPr/>
        </p:nvCxnSpPr>
        <p:spPr>
          <a:xfrm>
            <a:off x="2963631" y="3966150"/>
            <a:ext cx="0" cy="139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74">
            <a:extLst>
              <a:ext uri="{FF2B5EF4-FFF2-40B4-BE49-F238E27FC236}">
                <a16:creationId xmlns:a16="http://schemas.microsoft.com/office/drawing/2014/main" id="{81BC6290-5D72-0460-0BFA-DAAF3140F856}"/>
              </a:ext>
            </a:extLst>
          </p:cNvPr>
          <p:cNvCxnSpPr>
            <a:cxnSpLocks/>
          </p:cNvCxnSpPr>
          <p:nvPr/>
        </p:nvCxnSpPr>
        <p:spPr>
          <a:xfrm>
            <a:off x="4005593" y="4178448"/>
            <a:ext cx="2122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12023B55-96C3-BAEB-5692-5670497A1F18}"/>
              </a:ext>
            </a:extLst>
          </p:cNvPr>
          <p:cNvSpPr txBox="1"/>
          <p:nvPr/>
        </p:nvSpPr>
        <p:spPr>
          <a:xfrm>
            <a:off x="4073912" y="3680363"/>
            <a:ext cx="1769327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dirty="0" err="1"/>
              <a:t>capture_one_frame</a:t>
            </a:r>
            <a:r>
              <a:rPr lang="en" altLang="zh-CN" dirty="0"/>
              <a:t>()</a:t>
            </a:r>
          </a:p>
        </p:txBody>
      </p:sp>
      <p:sp>
        <p:nvSpPr>
          <p:cNvPr id="59" name="圆角矩形 78">
            <a:extLst>
              <a:ext uri="{FF2B5EF4-FFF2-40B4-BE49-F238E27FC236}">
                <a16:creationId xmlns:a16="http://schemas.microsoft.com/office/drawing/2014/main" id="{4E6C93D7-7E64-AC99-1F1D-E55D12BFA6A3}"/>
              </a:ext>
            </a:extLst>
          </p:cNvPr>
          <p:cNvSpPr/>
          <p:nvPr/>
        </p:nvSpPr>
        <p:spPr>
          <a:xfrm>
            <a:off x="4107134" y="3647449"/>
            <a:ext cx="1489728" cy="727909"/>
          </a:xfrm>
          <a:prstGeom prst="roundRect">
            <a:avLst>
              <a:gd name="adj" fmla="val 3060"/>
            </a:avLst>
          </a:prstGeom>
          <a:noFill/>
          <a:ln w="12700">
            <a:solidFill>
              <a:srgbClr val="10487A">
                <a:alpha val="54118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60" name="直线箭头连接符 79">
            <a:extLst>
              <a:ext uri="{FF2B5EF4-FFF2-40B4-BE49-F238E27FC236}">
                <a16:creationId xmlns:a16="http://schemas.microsoft.com/office/drawing/2014/main" id="{5A75877A-74C2-2C53-5CAE-C486AFD99496}"/>
              </a:ext>
            </a:extLst>
          </p:cNvPr>
          <p:cNvCxnSpPr>
            <a:cxnSpLocks/>
          </p:cNvCxnSpPr>
          <p:nvPr/>
        </p:nvCxnSpPr>
        <p:spPr>
          <a:xfrm flipV="1">
            <a:off x="4837255" y="3910437"/>
            <a:ext cx="0" cy="1856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E8456AC6-2BF9-AAAD-8369-81FAAAA56361}"/>
              </a:ext>
            </a:extLst>
          </p:cNvPr>
          <p:cNvSpPr txBox="1"/>
          <p:nvPr/>
        </p:nvSpPr>
        <p:spPr>
          <a:xfrm>
            <a:off x="7615042" y="3182680"/>
            <a:ext cx="1632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database</a:t>
            </a:r>
          </a:p>
        </p:txBody>
      </p:sp>
      <p:sp>
        <p:nvSpPr>
          <p:cNvPr id="62" name="圆角矩形 84">
            <a:extLst>
              <a:ext uri="{FF2B5EF4-FFF2-40B4-BE49-F238E27FC236}">
                <a16:creationId xmlns:a16="http://schemas.microsoft.com/office/drawing/2014/main" id="{D01F4B8A-5437-FC38-FCF5-E84FCCAAAFCF}"/>
              </a:ext>
            </a:extLst>
          </p:cNvPr>
          <p:cNvSpPr/>
          <p:nvPr/>
        </p:nvSpPr>
        <p:spPr>
          <a:xfrm>
            <a:off x="6362528" y="3611149"/>
            <a:ext cx="1163005" cy="816520"/>
          </a:xfrm>
          <a:prstGeom prst="roundRect">
            <a:avLst>
              <a:gd name="adj" fmla="val 3060"/>
            </a:avLst>
          </a:prstGeom>
          <a:noFill/>
          <a:ln w="12700">
            <a:solidFill>
              <a:srgbClr val="10487A">
                <a:alpha val="54118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63" name="Picture 2" descr="PostgreSQL - 維基百科，自由的百科全書">
            <a:extLst>
              <a:ext uri="{FF2B5EF4-FFF2-40B4-BE49-F238E27FC236}">
                <a16:creationId xmlns:a16="http://schemas.microsoft.com/office/drawing/2014/main" id="{6023813B-D5EA-D341-0EC2-C2AAEEC3F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828" y="3598328"/>
            <a:ext cx="365268" cy="36279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4" descr="MinIO | Vendure">
            <a:extLst>
              <a:ext uri="{FF2B5EF4-FFF2-40B4-BE49-F238E27FC236}">
                <a16:creationId xmlns:a16="http://schemas.microsoft.com/office/drawing/2014/main" id="{4FEA544C-2F4A-D705-0C20-F555890FE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899" y="3991554"/>
            <a:ext cx="362795" cy="36279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AA513EC5-5F02-D26B-936E-EC784F75FDE6}"/>
              </a:ext>
            </a:extLst>
          </p:cNvPr>
          <p:cNvSpPr txBox="1"/>
          <p:nvPr/>
        </p:nvSpPr>
        <p:spPr>
          <a:xfrm>
            <a:off x="6651481" y="3484275"/>
            <a:ext cx="629736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>
                <a:highlight>
                  <a:srgbClr val="FFFFFF"/>
                </a:highlight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Entity</a:t>
            </a:r>
          </a:p>
        </p:txBody>
      </p:sp>
      <p:sp>
        <p:nvSpPr>
          <p:cNvPr id="66" name="圆角矩形 100">
            <a:extLst>
              <a:ext uri="{FF2B5EF4-FFF2-40B4-BE49-F238E27FC236}">
                <a16:creationId xmlns:a16="http://schemas.microsoft.com/office/drawing/2014/main" id="{B26C8391-D013-24C6-1664-0C76E536B82B}"/>
              </a:ext>
            </a:extLst>
          </p:cNvPr>
          <p:cNvSpPr/>
          <p:nvPr/>
        </p:nvSpPr>
        <p:spPr>
          <a:xfrm>
            <a:off x="7623319" y="3611149"/>
            <a:ext cx="1430443" cy="814433"/>
          </a:xfrm>
          <a:prstGeom prst="roundRect">
            <a:avLst>
              <a:gd name="adj" fmla="val 3060"/>
            </a:avLst>
          </a:prstGeom>
          <a:noFill/>
          <a:ln w="12700">
            <a:solidFill>
              <a:srgbClr val="10487A">
                <a:alpha val="54118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D9F9A4C-68F4-C7AC-D4D2-044B10D47295}"/>
              </a:ext>
            </a:extLst>
          </p:cNvPr>
          <p:cNvSpPr txBox="1"/>
          <p:nvPr/>
        </p:nvSpPr>
        <p:spPr>
          <a:xfrm>
            <a:off x="7964072" y="3489654"/>
            <a:ext cx="1028120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>
                <a:highlight>
                  <a:srgbClr val="FFFFFF"/>
                </a:highlight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Repository</a:t>
            </a:r>
          </a:p>
        </p:txBody>
      </p:sp>
      <p:sp>
        <p:nvSpPr>
          <p:cNvPr id="68" name="圆角矩形 102">
            <a:extLst>
              <a:ext uri="{FF2B5EF4-FFF2-40B4-BE49-F238E27FC236}">
                <a16:creationId xmlns:a16="http://schemas.microsoft.com/office/drawing/2014/main" id="{2952AD85-D479-4D71-2A88-BACA023A252E}"/>
              </a:ext>
            </a:extLst>
          </p:cNvPr>
          <p:cNvSpPr/>
          <p:nvPr/>
        </p:nvSpPr>
        <p:spPr>
          <a:xfrm>
            <a:off x="9131910" y="3617739"/>
            <a:ext cx="1430443" cy="967082"/>
          </a:xfrm>
          <a:prstGeom prst="roundRect">
            <a:avLst>
              <a:gd name="adj" fmla="val 3060"/>
            </a:avLst>
          </a:prstGeom>
          <a:noFill/>
          <a:ln w="12700">
            <a:solidFill>
              <a:srgbClr val="10487A">
                <a:alpha val="54118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C361889-C26D-8057-87F4-594E0F61C5BC}"/>
              </a:ext>
            </a:extLst>
          </p:cNvPr>
          <p:cNvSpPr txBox="1"/>
          <p:nvPr/>
        </p:nvSpPr>
        <p:spPr>
          <a:xfrm>
            <a:off x="9492301" y="3476642"/>
            <a:ext cx="739570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>
                <a:highlight>
                  <a:srgbClr val="FFFFFF"/>
                </a:highlight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Service</a:t>
            </a:r>
          </a:p>
        </p:txBody>
      </p:sp>
      <p:sp>
        <p:nvSpPr>
          <p:cNvPr id="70" name="圆角矩形 104">
            <a:extLst>
              <a:ext uri="{FF2B5EF4-FFF2-40B4-BE49-F238E27FC236}">
                <a16:creationId xmlns:a16="http://schemas.microsoft.com/office/drawing/2014/main" id="{B096917D-A8ED-3AE5-CC7B-6ABED561F032}"/>
              </a:ext>
            </a:extLst>
          </p:cNvPr>
          <p:cNvSpPr/>
          <p:nvPr/>
        </p:nvSpPr>
        <p:spPr>
          <a:xfrm>
            <a:off x="6414043" y="3723242"/>
            <a:ext cx="993559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1F3BC659-0F5F-8A96-4C2E-A1AAC5B72DCF}"/>
              </a:ext>
            </a:extLst>
          </p:cNvPr>
          <p:cNvSpPr/>
          <p:nvPr/>
        </p:nvSpPr>
        <p:spPr>
          <a:xfrm>
            <a:off x="6433974" y="3745124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5B8DF53-5355-AF01-C743-892845A37883}"/>
              </a:ext>
            </a:extLst>
          </p:cNvPr>
          <p:cNvSpPr txBox="1"/>
          <p:nvPr/>
        </p:nvSpPr>
        <p:spPr>
          <a:xfrm>
            <a:off x="6512123" y="3673771"/>
            <a:ext cx="743834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05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Camera</a:t>
            </a:r>
          </a:p>
        </p:txBody>
      </p:sp>
      <p:sp>
        <p:nvSpPr>
          <p:cNvPr id="73" name="圆角矩形 107">
            <a:extLst>
              <a:ext uri="{FF2B5EF4-FFF2-40B4-BE49-F238E27FC236}">
                <a16:creationId xmlns:a16="http://schemas.microsoft.com/office/drawing/2014/main" id="{110D94CB-C6B0-A649-3E00-4B34DE45AAEA}"/>
              </a:ext>
            </a:extLst>
          </p:cNvPr>
          <p:cNvSpPr/>
          <p:nvPr/>
        </p:nvSpPr>
        <p:spPr>
          <a:xfrm>
            <a:off x="6414043" y="3932881"/>
            <a:ext cx="993750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FEF0162D-EC04-AAA1-7CC1-2BC30DCFA59D}"/>
              </a:ext>
            </a:extLst>
          </p:cNvPr>
          <p:cNvSpPr/>
          <p:nvPr/>
        </p:nvSpPr>
        <p:spPr>
          <a:xfrm>
            <a:off x="6433974" y="3954763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7A7BFA1-1972-9AAB-F3B8-A091700951C8}"/>
              </a:ext>
            </a:extLst>
          </p:cNvPr>
          <p:cNvSpPr txBox="1"/>
          <p:nvPr/>
        </p:nvSpPr>
        <p:spPr>
          <a:xfrm>
            <a:off x="6512123" y="3883410"/>
            <a:ext cx="743834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05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76" name="圆角矩形 110">
            <a:extLst>
              <a:ext uri="{FF2B5EF4-FFF2-40B4-BE49-F238E27FC236}">
                <a16:creationId xmlns:a16="http://schemas.microsoft.com/office/drawing/2014/main" id="{068E30AC-BF7C-4211-2DC1-837BA2FFF3D9}"/>
              </a:ext>
            </a:extLst>
          </p:cNvPr>
          <p:cNvSpPr/>
          <p:nvPr/>
        </p:nvSpPr>
        <p:spPr>
          <a:xfrm>
            <a:off x="6414337" y="4141920"/>
            <a:ext cx="1001418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CDD03BAA-9165-220C-487A-0104F9CA7B4E}"/>
              </a:ext>
            </a:extLst>
          </p:cNvPr>
          <p:cNvSpPr/>
          <p:nvPr/>
        </p:nvSpPr>
        <p:spPr>
          <a:xfrm>
            <a:off x="6434268" y="4163802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B39E706-73D9-CC13-AFDB-7FCF20EF242B}"/>
              </a:ext>
            </a:extLst>
          </p:cNvPr>
          <p:cNvSpPr txBox="1"/>
          <p:nvPr/>
        </p:nvSpPr>
        <p:spPr>
          <a:xfrm>
            <a:off x="6512417" y="4092449"/>
            <a:ext cx="993750" cy="25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05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ResultsTemp</a:t>
            </a:r>
            <a:endParaRPr lang="en" altLang="zh-CN" sz="105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79" name="圆角矩形 113">
            <a:extLst>
              <a:ext uri="{FF2B5EF4-FFF2-40B4-BE49-F238E27FC236}">
                <a16:creationId xmlns:a16="http://schemas.microsoft.com/office/drawing/2014/main" id="{338E53DA-F3F1-B71D-3C78-6EE6BEE32BF3}"/>
              </a:ext>
            </a:extLst>
          </p:cNvPr>
          <p:cNvSpPr/>
          <p:nvPr/>
        </p:nvSpPr>
        <p:spPr>
          <a:xfrm>
            <a:off x="7673412" y="3724540"/>
            <a:ext cx="1343484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0A3401FC-EC3A-105A-5D21-2FFDD4BB0C91}"/>
              </a:ext>
            </a:extLst>
          </p:cNvPr>
          <p:cNvSpPr/>
          <p:nvPr/>
        </p:nvSpPr>
        <p:spPr>
          <a:xfrm>
            <a:off x="7693343" y="3746422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184FEA1-E74B-0D30-04FF-50BEE1A35F83}"/>
              </a:ext>
            </a:extLst>
          </p:cNvPr>
          <p:cNvSpPr txBox="1"/>
          <p:nvPr/>
        </p:nvSpPr>
        <p:spPr>
          <a:xfrm>
            <a:off x="7771491" y="3675069"/>
            <a:ext cx="1372811" cy="25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05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CameraRepository</a:t>
            </a:r>
            <a:endParaRPr lang="en" altLang="zh-CN" sz="105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82" name="圆角矩形 116">
            <a:extLst>
              <a:ext uri="{FF2B5EF4-FFF2-40B4-BE49-F238E27FC236}">
                <a16:creationId xmlns:a16="http://schemas.microsoft.com/office/drawing/2014/main" id="{11B3E9B1-5688-E283-3001-89A5E35053F0}"/>
              </a:ext>
            </a:extLst>
          </p:cNvPr>
          <p:cNvSpPr/>
          <p:nvPr/>
        </p:nvSpPr>
        <p:spPr>
          <a:xfrm>
            <a:off x="7673411" y="3934179"/>
            <a:ext cx="1330991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1825352-DAD7-9E83-D260-41EDC57B9933}"/>
              </a:ext>
            </a:extLst>
          </p:cNvPr>
          <p:cNvSpPr/>
          <p:nvPr/>
        </p:nvSpPr>
        <p:spPr>
          <a:xfrm>
            <a:off x="7693343" y="3956061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CB03398-D5F5-A739-98C2-CC320EF45550}"/>
              </a:ext>
            </a:extLst>
          </p:cNvPr>
          <p:cNvSpPr txBox="1"/>
          <p:nvPr/>
        </p:nvSpPr>
        <p:spPr>
          <a:xfrm>
            <a:off x="7771491" y="3884708"/>
            <a:ext cx="1400201" cy="25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05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ResultsRepository</a:t>
            </a:r>
            <a:endParaRPr lang="en" altLang="zh-CN" sz="105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85" name="圆角矩形 119">
            <a:extLst>
              <a:ext uri="{FF2B5EF4-FFF2-40B4-BE49-F238E27FC236}">
                <a16:creationId xmlns:a16="http://schemas.microsoft.com/office/drawing/2014/main" id="{B5853E4D-9DC0-E49D-CF73-3AA7690BB9B9}"/>
              </a:ext>
            </a:extLst>
          </p:cNvPr>
          <p:cNvSpPr/>
          <p:nvPr/>
        </p:nvSpPr>
        <p:spPr>
          <a:xfrm>
            <a:off x="7673706" y="4143218"/>
            <a:ext cx="1330696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0EB8AF38-E2D8-FEAF-DD50-314A8BF9967C}"/>
              </a:ext>
            </a:extLst>
          </p:cNvPr>
          <p:cNvSpPr/>
          <p:nvPr/>
        </p:nvSpPr>
        <p:spPr>
          <a:xfrm>
            <a:off x="7693637" y="4165100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6E0D348-B886-383C-7CF7-9828FEAB9367}"/>
              </a:ext>
            </a:extLst>
          </p:cNvPr>
          <p:cNvSpPr txBox="1"/>
          <p:nvPr/>
        </p:nvSpPr>
        <p:spPr>
          <a:xfrm>
            <a:off x="7771785" y="4093747"/>
            <a:ext cx="1309367" cy="2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8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ResultsTempRepository</a:t>
            </a:r>
            <a:endParaRPr lang="en" altLang="zh-CN" sz="8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88" name="直线箭头连接符 122">
            <a:extLst>
              <a:ext uri="{FF2B5EF4-FFF2-40B4-BE49-F238E27FC236}">
                <a16:creationId xmlns:a16="http://schemas.microsoft.com/office/drawing/2014/main" id="{270AA973-21F4-9C62-315E-5D5ED4BF8463}"/>
              </a:ext>
            </a:extLst>
          </p:cNvPr>
          <p:cNvCxnSpPr>
            <a:cxnSpLocks/>
            <a:endCxn id="79" idx="1"/>
          </p:cNvCxnSpPr>
          <p:nvPr/>
        </p:nvCxnSpPr>
        <p:spPr>
          <a:xfrm flipV="1">
            <a:off x="7402818" y="3810325"/>
            <a:ext cx="270594" cy="1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124">
            <a:extLst>
              <a:ext uri="{FF2B5EF4-FFF2-40B4-BE49-F238E27FC236}">
                <a16:creationId xmlns:a16="http://schemas.microsoft.com/office/drawing/2014/main" id="{8F142F35-0144-28DB-DAB4-980749617D1A}"/>
              </a:ext>
            </a:extLst>
          </p:cNvPr>
          <p:cNvCxnSpPr>
            <a:cxnSpLocks/>
          </p:cNvCxnSpPr>
          <p:nvPr/>
        </p:nvCxnSpPr>
        <p:spPr>
          <a:xfrm flipV="1">
            <a:off x="7411114" y="4019695"/>
            <a:ext cx="270594" cy="1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125">
            <a:extLst>
              <a:ext uri="{FF2B5EF4-FFF2-40B4-BE49-F238E27FC236}">
                <a16:creationId xmlns:a16="http://schemas.microsoft.com/office/drawing/2014/main" id="{0DFDBB5B-C3FF-1BE3-2C70-5264353C0B89}"/>
              </a:ext>
            </a:extLst>
          </p:cNvPr>
          <p:cNvCxnSpPr>
            <a:cxnSpLocks/>
          </p:cNvCxnSpPr>
          <p:nvPr/>
        </p:nvCxnSpPr>
        <p:spPr>
          <a:xfrm flipV="1">
            <a:off x="7407602" y="4223708"/>
            <a:ext cx="270594" cy="1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圆角矩形 126">
            <a:extLst>
              <a:ext uri="{FF2B5EF4-FFF2-40B4-BE49-F238E27FC236}">
                <a16:creationId xmlns:a16="http://schemas.microsoft.com/office/drawing/2014/main" id="{0B4F947A-5A8D-0B29-0CEB-13D118C9DED6}"/>
              </a:ext>
            </a:extLst>
          </p:cNvPr>
          <p:cNvSpPr/>
          <p:nvPr/>
        </p:nvSpPr>
        <p:spPr>
          <a:xfrm>
            <a:off x="9205551" y="3728999"/>
            <a:ext cx="1321178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AC4F3399-9F94-C9D8-8F52-30C2BB43B082}"/>
              </a:ext>
            </a:extLst>
          </p:cNvPr>
          <p:cNvSpPr/>
          <p:nvPr/>
        </p:nvSpPr>
        <p:spPr>
          <a:xfrm>
            <a:off x="9225482" y="3750881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圆角矩形 1024">
            <a:extLst>
              <a:ext uri="{FF2B5EF4-FFF2-40B4-BE49-F238E27FC236}">
                <a16:creationId xmlns:a16="http://schemas.microsoft.com/office/drawing/2014/main" id="{4BB89D7A-D886-4F50-3909-1282242EBCC8}"/>
              </a:ext>
            </a:extLst>
          </p:cNvPr>
          <p:cNvSpPr/>
          <p:nvPr/>
        </p:nvSpPr>
        <p:spPr>
          <a:xfrm>
            <a:off x="9205550" y="3938638"/>
            <a:ext cx="1330991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271C372-F035-1CBB-AF8E-02B0E5456952}"/>
              </a:ext>
            </a:extLst>
          </p:cNvPr>
          <p:cNvSpPr/>
          <p:nvPr/>
        </p:nvSpPr>
        <p:spPr>
          <a:xfrm>
            <a:off x="9225482" y="3960520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圆角矩形 1028">
            <a:extLst>
              <a:ext uri="{FF2B5EF4-FFF2-40B4-BE49-F238E27FC236}">
                <a16:creationId xmlns:a16="http://schemas.microsoft.com/office/drawing/2014/main" id="{1027F7FA-8202-2B7A-94B6-706DBA830B37}"/>
              </a:ext>
            </a:extLst>
          </p:cNvPr>
          <p:cNvSpPr/>
          <p:nvPr/>
        </p:nvSpPr>
        <p:spPr>
          <a:xfrm>
            <a:off x="9205845" y="4147677"/>
            <a:ext cx="1330696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C347FAA-C348-66CE-32EC-CEF328849136}"/>
              </a:ext>
            </a:extLst>
          </p:cNvPr>
          <p:cNvSpPr/>
          <p:nvPr/>
        </p:nvSpPr>
        <p:spPr>
          <a:xfrm>
            <a:off x="9225776" y="4169559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B2C5A237-8950-680D-006E-A00CD22F88C9}"/>
              </a:ext>
            </a:extLst>
          </p:cNvPr>
          <p:cNvSpPr txBox="1"/>
          <p:nvPr/>
        </p:nvSpPr>
        <p:spPr>
          <a:xfrm>
            <a:off x="9311618" y="4091684"/>
            <a:ext cx="1309367" cy="2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8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ResultsNightService</a:t>
            </a:r>
            <a:endParaRPr lang="en" altLang="zh-CN" sz="8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98" name="直线箭头连接符 1031">
            <a:extLst>
              <a:ext uri="{FF2B5EF4-FFF2-40B4-BE49-F238E27FC236}">
                <a16:creationId xmlns:a16="http://schemas.microsoft.com/office/drawing/2014/main" id="{6D6E6CA6-7C1D-CF24-0BCB-7407DCF0EB82}"/>
              </a:ext>
            </a:extLst>
          </p:cNvPr>
          <p:cNvCxnSpPr>
            <a:cxnSpLocks/>
          </p:cNvCxnSpPr>
          <p:nvPr/>
        </p:nvCxnSpPr>
        <p:spPr>
          <a:xfrm>
            <a:off x="9011491" y="3816623"/>
            <a:ext cx="230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1032">
            <a:extLst>
              <a:ext uri="{FF2B5EF4-FFF2-40B4-BE49-F238E27FC236}">
                <a16:creationId xmlns:a16="http://schemas.microsoft.com/office/drawing/2014/main" id="{6218644B-2FE7-B918-6792-BA14BC858C54}"/>
              </a:ext>
            </a:extLst>
          </p:cNvPr>
          <p:cNvCxnSpPr>
            <a:cxnSpLocks/>
          </p:cNvCxnSpPr>
          <p:nvPr/>
        </p:nvCxnSpPr>
        <p:spPr>
          <a:xfrm>
            <a:off x="8999038" y="4104450"/>
            <a:ext cx="222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线箭头连接符 1041">
            <a:extLst>
              <a:ext uri="{FF2B5EF4-FFF2-40B4-BE49-F238E27FC236}">
                <a16:creationId xmlns:a16="http://schemas.microsoft.com/office/drawing/2014/main" id="{67608A31-B513-86BC-F91B-9A3DB4EB6237}"/>
              </a:ext>
            </a:extLst>
          </p:cNvPr>
          <p:cNvCxnSpPr>
            <a:cxnSpLocks/>
          </p:cNvCxnSpPr>
          <p:nvPr/>
        </p:nvCxnSpPr>
        <p:spPr>
          <a:xfrm>
            <a:off x="6244608" y="3990296"/>
            <a:ext cx="1617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6A24AC6-B746-1148-E336-8DE8F287E399}"/>
              </a:ext>
            </a:extLst>
          </p:cNvPr>
          <p:cNvSpPr txBox="1"/>
          <p:nvPr/>
        </p:nvSpPr>
        <p:spPr>
          <a:xfrm>
            <a:off x="9307993" y="3670673"/>
            <a:ext cx="955975" cy="2519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ts val="1350"/>
              </a:lnSpc>
              <a:buNone/>
              <a:defRPr sz="80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/>
              <a:t>CameraService</a:t>
            </a:r>
            <a:endParaRPr lang="en" altLang="zh-CN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09B9355C-BD10-4466-77BE-EDC2F54CE5F9}"/>
              </a:ext>
            </a:extLst>
          </p:cNvPr>
          <p:cNvSpPr txBox="1"/>
          <p:nvPr/>
        </p:nvSpPr>
        <p:spPr>
          <a:xfrm>
            <a:off x="9313463" y="3883273"/>
            <a:ext cx="1309367" cy="2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8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ResultsMigrationService</a:t>
            </a:r>
            <a:endParaRPr lang="en" altLang="zh-CN" sz="8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03" name="圆角矩形 1047">
            <a:extLst>
              <a:ext uri="{FF2B5EF4-FFF2-40B4-BE49-F238E27FC236}">
                <a16:creationId xmlns:a16="http://schemas.microsoft.com/office/drawing/2014/main" id="{EBF57E1C-6F8B-74B3-A1DD-9802853D34F6}"/>
              </a:ext>
            </a:extLst>
          </p:cNvPr>
          <p:cNvSpPr/>
          <p:nvPr/>
        </p:nvSpPr>
        <p:spPr>
          <a:xfrm>
            <a:off x="9205551" y="4365183"/>
            <a:ext cx="1330696" cy="171569"/>
          </a:xfrm>
          <a:prstGeom prst="roundRect">
            <a:avLst>
              <a:gd name="adj" fmla="val 3060"/>
            </a:avLst>
          </a:prstGeom>
          <a:solidFill>
            <a:srgbClr val="10487A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54098BD1-3452-11F0-32E5-FEE97AB7E406}"/>
              </a:ext>
            </a:extLst>
          </p:cNvPr>
          <p:cNvSpPr/>
          <p:nvPr/>
        </p:nvSpPr>
        <p:spPr>
          <a:xfrm>
            <a:off x="9225482" y="4387065"/>
            <a:ext cx="129188" cy="12918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9E1F4134-31C2-23D8-838D-513AF952DE2A}"/>
              </a:ext>
            </a:extLst>
          </p:cNvPr>
          <p:cNvSpPr txBox="1"/>
          <p:nvPr/>
        </p:nvSpPr>
        <p:spPr>
          <a:xfrm>
            <a:off x="9327857" y="4305261"/>
            <a:ext cx="1309367" cy="2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8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ResultsSaverService</a:t>
            </a:r>
            <a:endParaRPr lang="en" altLang="zh-CN" sz="8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106" name="直线箭头连接符 1050">
            <a:extLst>
              <a:ext uri="{FF2B5EF4-FFF2-40B4-BE49-F238E27FC236}">
                <a16:creationId xmlns:a16="http://schemas.microsoft.com/office/drawing/2014/main" id="{26E6FCC5-0B74-B6C3-34F8-A67D90271C7B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9003182" y="4225547"/>
            <a:ext cx="202369" cy="225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7F6EA948-2F1C-4D93-4117-11381761AAE2}"/>
              </a:ext>
            </a:extLst>
          </p:cNvPr>
          <p:cNvSpPr txBox="1"/>
          <p:nvPr/>
        </p:nvSpPr>
        <p:spPr>
          <a:xfrm>
            <a:off x="955673" y="1616786"/>
            <a:ext cx="89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9B5DE0"/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Core</a:t>
            </a:r>
          </a:p>
        </p:txBody>
      </p:sp>
      <p:sp>
        <p:nvSpPr>
          <p:cNvPr id="108" name="圆角矩形 1054">
            <a:extLst>
              <a:ext uri="{FF2B5EF4-FFF2-40B4-BE49-F238E27FC236}">
                <a16:creationId xmlns:a16="http://schemas.microsoft.com/office/drawing/2014/main" id="{0B6020A7-AEEC-1EA4-BEEC-B372CB801199}"/>
              </a:ext>
            </a:extLst>
          </p:cNvPr>
          <p:cNvSpPr/>
          <p:nvPr/>
        </p:nvSpPr>
        <p:spPr>
          <a:xfrm>
            <a:off x="4190024" y="838890"/>
            <a:ext cx="6408125" cy="1976537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959B0DFE-0B63-FF41-0C57-4588821394E5}"/>
              </a:ext>
            </a:extLst>
          </p:cNvPr>
          <p:cNvGrpSpPr/>
          <p:nvPr/>
        </p:nvGrpSpPr>
        <p:grpSpPr>
          <a:xfrm>
            <a:off x="2273859" y="773147"/>
            <a:ext cx="1774540" cy="945007"/>
            <a:chOff x="1808393" y="707785"/>
            <a:chExt cx="1774540" cy="945007"/>
          </a:xfrm>
        </p:grpSpPr>
        <p:sp>
          <p:nvSpPr>
            <p:cNvPr id="110" name="圆角矩形 1052">
              <a:extLst>
                <a:ext uri="{FF2B5EF4-FFF2-40B4-BE49-F238E27FC236}">
                  <a16:creationId xmlns:a16="http://schemas.microsoft.com/office/drawing/2014/main" id="{893808F9-BFBD-3F8C-B267-0A765CFC410D}"/>
                </a:ext>
              </a:extLst>
            </p:cNvPr>
            <p:cNvSpPr/>
            <p:nvPr/>
          </p:nvSpPr>
          <p:spPr>
            <a:xfrm>
              <a:off x="1808393" y="775411"/>
              <a:ext cx="1768999" cy="877381"/>
            </a:xfrm>
            <a:prstGeom prst="roundRect">
              <a:avLst>
                <a:gd name="adj" fmla="val 3060"/>
              </a:avLst>
            </a:prstGeom>
            <a:solidFill>
              <a:srgbClr val="9B5DE0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1" name="圆角矩形 1055">
              <a:extLst>
                <a:ext uri="{FF2B5EF4-FFF2-40B4-BE49-F238E27FC236}">
                  <a16:creationId xmlns:a16="http://schemas.microsoft.com/office/drawing/2014/main" id="{AF39C4CD-9ED2-51E3-AB61-FDB5E899B4D4}"/>
                </a:ext>
              </a:extLst>
            </p:cNvPr>
            <p:cNvSpPr/>
            <p:nvPr/>
          </p:nvSpPr>
          <p:spPr>
            <a:xfrm>
              <a:off x="1813934" y="775412"/>
              <a:ext cx="1768999" cy="226857"/>
            </a:xfrm>
            <a:prstGeom prst="roundRect">
              <a:avLst>
                <a:gd name="adj" fmla="val 3060"/>
              </a:avLst>
            </a:prstGeom>
            <a:solidFill>
              <a:srgbClr val="9B5DE0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F5D2515A-1913-33F2-2C11-44FBD5946EC1}"/>
                </a:ext>
              </a:extLst>
            </p:cNvPr>
            <p:cNvSpPr txBox="1"/>
            <p:nvPr/>
          </p:nvSpPr>
          <p:spPr>
            <a:xfrm>
              <a:off x="2083448" y="707785"/>
              <a:ext cx="118832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Apple Color Emoji" pitchFamily="2" charset="0"/>
                  <a:cs typeface="Arial" panose="020B0604020202020204" pitchFamily="34" charset="0"/>
                </a:rPr>
                <a:t>preprocess</a:t>
              </a: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8E56F6F6-886A-EB79-ECBB-2632D2E09558}"/>
              </a:ext>
            </a:extLst>
          </p:cNvPr>
          <p:cNvGrpSpPr/>
          <p:nvPr/>
        </p:nvGrpSpPr>
        <p:grpSpPr>
          <a:xfrm>
            <a:off x="2285464" y="1829556"/>
            <a:ext cx="1757394" cy="996015"/>
            <a:chOff x="1808393" y="710436"/>
            <a:chExt cx="1546500" cy="1015572"/>
          </a:xfrm>
        </p:grpSpPr>
        <p:sp>
          <p:nvSpPr>
            <p:cNvPr id="114" name="圆角矩形 1059">
              <a:extLst>
                <a:ext uri="{FF2B5EF4-FFF2-40B4-BE49-F238E27FC236}">
                  <a16:creationId xmlns:a16="http://schemas.microsoft.com/office/drawing/2014/main" id="{C8C9E93E-1DFA-77D1-F086-E0DA12CEF401}"/>
                </a:ext>
              </a:extLst>
            </p:cNvPr>
            <p:cNvSpPr/>
            <p:nvPr/>
          </p:nvSpPr>
          <p:spPr>
            <a:xfrm>
              <a:off x="1808393" y="775411"/>
              <a:ext cx="1540959" cy="950597"/>
            </a:xfrm>
            <a:prstGeom prst="roundRect">
              <a:avLst>
                <a:gd name="adj" fmla="val 3060"/>
              </a:avLst>
            </a:prstGeom>
            <a:solidFill>
              <a:srgbClr val="9B5DE0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5" name="圆角矩形 1060">
              <a:extLst>
                <a:ext uri="{FF2B5EF4-FFF2-40B4-BE49-F238E27FC236}">
                  <a16:creationId xmlns:a16="http://schemas.microsoft.com/office/drawing/2014/main" id="{DA30AB82-1C05-883E-5A37-EA3EF42D0300}"/>
                </a:ext>
              </a:extLst>
            </p:cNvPr>
            <p:cNvSpPr/>
            <p:nvPr/>
          </p:nvSpPr>
          <p:spPr>
            <a:xfrm>
              <a:off x="1813934" y="775412"/>
              <a:ext cx="1540959" cy="226857"/>
            </a:xfrm>
            <a:prstGeom prst="roundRect">
              <a:avLst>
                <a:gd name="adj" fmla="val 3060"/>
              </a:avLst>
            </a:prstGeom>
            <a:solidFill>
              <a:srgbClr val="9B5DE0">
                <a:alpha val="12157"/>
              </a:srgbClr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6D0339E8-914A-DC93-75BA-022FCB9F84E5}"/>
                </a:ext>
              </a:extLst>
            </p:cNvPr>
            <p:cNvSpPr txBox="1"/>
            <p:nvPr/>
          </p:nvSpPr>
          <p:spPr>
            <a:xfrm>
              <a:off x="2028647" y="710436"/>
              <a:ext cx="129345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Apple Color Emoji" pitchFamily="2" charset="0"/>
                  <a:cs typeface="Arial" panose="020B0604020202020204" pitchFamily="34" charset="0"/>
                </a:rPr>
                <a:t>postprocess</a:t>
              </a:r>
            </a:p>
          </p:txBody>
        </p:sp>
      </p:grpSp>
      <p:sp>
        <p:nvSpPr>
          <p:cNvPr id="117" name="圆角矩形 1065">
            <a:extLst>
              <a:ext uri="{FF2B5EF4-FFF2-40B4-BE49-F238E27FC236}">
                <a16:creationId xmlns:a16="http://schemas.microsoft.com/office/drawing/2014/main" id="{0D35FBE9-BA76-547F-FC20-745E9F8BCF56}"/>
              </a:ext>
            </a:extLst>
          </p:cNvPr>
          <p:cNvSpPr/>
          <p:nvPr/>
        </p:nvSpPr>
        <p:spPr>
          <a:xfrm>
            <a:off x="2377321" y="1143130"/>
            <a:ext cx="1579999" cy="241998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98456D13-488E-6B5F-3CAB-BEC2A39A32D1}"/>
              </a:ext>
            </a:extLst>
          </p:cNvPr>
          <p:cNvSpPr/>
          <p:nvPr/>
        </p:nvSpPr>
        <p:spPr>
          <a:xfrm>
            <a:off x="2394078" y="1162863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6311F2CC-6E62-D5EF-0F07-A065CF7C1E0A}"/>
              </a:ext>
            </a:extLst>
          </p:cNvPr>
          <p:cNvSpPr txBox="1"/>
          <p:nvPr/>
        </p:nvSpPr>
        <p:spPr>
          <a:xfrm>
            <a:off x="2567487" y="1130808"/>
            <a:ext cx="1608226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LoadChannelRange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20" name="圆角矩形 1068">
            <a:extLst>
              <a:ext uri="{FF2B5EF4-FFF2-40B4-BE49-F238E27FC236}">
                <a16:creationId xmlns:a16="http://schemas.microsoft.com/office/drawing/2014/main" id="{063B5A68-1A81-DF10-5A75-CDEAC33228C1}"/>
              </a:ext>
            </a:extLst>
          </p:cNvPr>
          <p:cNvSpPr/>
          <p:nvPr/>
        </p:nvSpPr>
        <p:spPr>
          <a:xfrm>
            <a:off x="2371730" y="2202406"/>
            <a:ext cx="1579999" cy="241998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E7B4908A-FADB-A5FB-746A-10BF7AFDD677}"/>
              </a:ext>
            </a:extLst>
          </p:cNvPr>
          <p:cNvSpPr/>
          <p:nvPr/>
        </p:nvSpPr>
        <p:spPr>
          <a:xfrm>
            <a:off x="2388487" y="2222139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E610105-1800-2621-A2C0-BE1C58210E15}"/>
              </a:ext>
            </a:extLst>
          </p:cNvPr>
          <p:cNvSpPr txBox="1"/>
          <p:nvPr/>
        </p:nvSpPr>
        <p:spPr>
          <a:xfrm>
            <a:off x="2561896" y="2190084"/>
            <a:ext cx="1608226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DailyMigrationTask</a:t>
            </a:r>
          </a:p>
        </p:txBody>
      </p:sp>
      <p:sp>
        <p:nvSpPr>
          <p:cNvPr id="123" name="圆角矩形 1071">
            <a:extLst>
              <a:ext uri="{FF2B5EF4-FFF2-40B4-BE49-F238E27FC236}">
                <a16:creationId xmlns:a16="http://schemas.microsoft.com/office/drawing/2014/main" id="{4B1909A8-2B03-AC00-49EF-E09FD2B0EFEC}"/>
              </a:ext>
            </a:extLst>
          </p:cNvPr>
          <p:cNvSpPr/>
          <p:nvPr/>
        </p:nvSpPr>
        <p:spPr>
          <a:xfrm>
            <a:off x="4190024" y="836312"/>
            <a:ext cx="6408125" cy="237629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0462EF6E-4201-FE6A-5ADE-37D6DFF8C4A4}"/>
              </a:ext>
            </a:extLst>
          </p:cNvPr>
          <p:cNvSpPr txBox="1"/>
          <p:nvPr/>
        </p:nvSpPr>
        <p:spPr>
          <a:xfrm>
            <a:off x="6539725" y="759278"/>
            <a:ext cx="2144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modelloader</a:t>
            </a:r>
            <a:endParaRPr lang="en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25" name="圆角矩形 1074">
            <a:extLst>
              <a:ext uri="{FF2B5EF4-FFF2-40B4-BE49-F238E27FC236}">
                <a16:creationId xmlns:a16="http://schemas.microsoft.com/office/drawing/2014/main" id="{FDA7F3AB-4A37-352D-4A5C-D3A3CAE91C1F}"/>
              </a:ext>
            </a:extLst>
          </p:cNvPr>
          <p:cNvSpPr/>
          <p:nvPr/>
        </p:nvSpPr>
        <p:spPr>
          <a:xfrm>
            <a:off x="4286247" y="1137292"/>
            <a:ext cx="2810302" cy="1588876"/>
          </a:xfrm>
          <a:prstGeom prst="roundRect">
            <a:avLst>
              <a:gd name="adj" fmla="val 3060"/>
            </a:avLst>
          </a:prstGeom>
          <a:noFill/>
          <a:ln w="12700">
            <a:solidFill>
              <a:srgbClr val="9B5DE0">
                <a:alpha val="54118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6" name="圆角矩形 1075">
            <a:extLst>
              <a:ext uri="{FF2B5EF4-FFF2-40B4-BE49-F238E27FC236}">
                <a16:creationId xmlns:a16="http://schemas.microsoft.com/office/drawing/2014/main" id="{80AA8DCC-1C61-DFBD-4556-BABB66792929}"/>
              </a:ext>
            </a:extLst>
          </p:cNvPr>
          <p:cNvSpPr/>
          <p:nvPr/>
        </p:nvSpPr>
        <p:spPr>
          <a:xfrm>
            <a:off x="4380324" y="1410277"/>
            <a:ext cx="535752" cy="497305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圆角矩形 1076">
            <a:extLst>
              <a:ext uri="{FF2B5EF4-FFF2-40B4-BE49-F238E27FC236}">
                <a16:creationId xmlns:a16="http://schemas.microsoft.com/office/drawing/2014/main" id="{1B194873-A9B6-7D2C-DCFD-3AA36EC66E95}"/>
              </a:ext>
            </a:extLst>
          </p:cNvPr>
          <p:cNvSpPr/>
          <p:nvPr/>
        </p:nvSpPr>
        <p:spPr>
          <a:xfrm>
            <a:off x="4383520" y="1980239"/>
            <a:ext cx="535752" cy="497305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D9BC3B59-B264-CCBF-FDD0-009A506DD949}"/>
              </a:ext>
            </a:extLst>
          </p:cNvPr>
          <p:cNvSpPr txBox="1"/>
          <p:nvPr/>
        </p:nvSpPr>
        <p:spPr>
          <a:xfrm>
            <a:off x="4374285" y="1480246"/>
            <a:ext cx="574397" cy="25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05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config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7C947B8D-1494-DF97-1516-6D1B51339AA3}"/>
              </a:ext>
            </a:extLst>
          </p:cNvPr>
          <p:cNvSpPr txBox="1"/>
          <p:nvPr/>
        </p:nvSpPr>
        <p:spPr>
          <a:xfrm>
            <a:off x="4374285" y="2039159"/>
            <a:ext cx="574397" cy="25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05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6C794B94-D603-58AA-82C7-6FB4D6CBE126}"/>
              </a:ext>
            </a:extLst>
          </p:cNvPr>
          <p:cNvSpPr txBox="1"/>
          <p:nvPr/>
        </p:nvSpPr>
        <p:spPr>
          <a:xfrm>
            <a:off x="4447070" y="1651535"/>
            <a:ext cx="428827" cy="2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800" dirty="0">
                <a:solidFill>
                  <a:srgbClr val="FF9D00"/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.</a:t>
            </a:r>
            <a:r>
              <a:rPr lang="en" altLang="zh-CN" sz="800" dirty="0" err="1">
                <a:solidFill>
                  <a:srgbClr val="FF9D00"/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json</a:t>
            </a:r>
            <a:endParaRPr lang="en" altLang="zh-CN" sz="800" dirty="0">
              <a:solidFill>
                <a:srgbClr val="FF9D00"/>
              </a:solidFill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492BE35-D9AB-7EF1-7BB5-2E6A534B5603}"/>
              </a:ext>
            </a:extLst>
          </p:cNvPr>
          <p:cNvSpPr txBox="1"/>
          <p:nvPr/>
        </p:nvSpPr>
        <p:spPr>
          <a:xfrm>
            <a:off x="4405102" y="2207812"/>
            <a:ext cx="546322" cy="25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800" dirty="0">
                <a:solidFill>
                  <a:srgbClr val="FF9D00"/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.pt/.</a:t>
            </a:r>
            <a:r>
              <a:rPr lang="en" altLang="zh-CN" sz="800" dirty="0" err="1">
                <a:solidFill>
                  <a:srgbClr val="FF9D00"/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pth</a:t>
            </a:r>
            <a:endParaRPr lang="en" altLang="zh-CN" sz="800" dirty="0">
              <a:solidFill>
                <a:srgbClr val="FF9D00"/>
              </a:solidFill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32" name="圆角矩形 1082">
            <a:extLst>
              <a:ext uri="{FF2B5EF4-FFF2-40B4-BE49-F238E27FC236}">
                <a16:creationId xmlns:a16="http://schemas.microsoft.com/office/drawing/2014/main" id="{71C18DF5-344C-0262-68F7-9032F5FDAA15}"/>
              </a:ext>
            </a:extLst>
          </p:cNvPr>
          <p:cNvSpPr/>
          <p:nvPr/>
        </p:nvSpPr>
        <p:spPr>
          <a:xfrm>
            <a:off x="5016603" y="1229814"/>
            <a:ext cx="1196406" cy="241998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48F2800A-AC5F-9174-DC02-9FB8BD01E055}"/>
              </a:ext>
            </a:extLst>
          </p:cNvPr>
          <p:cNvSpPr/>
          <p:nvPr/>
        </p:nvSpPr>
        <p:spPr>
          <a:xfrm>
            <a:off x="5033359" y="1249547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AE753F8-9344-5AE9-426E-CFCB44CFF7F8}"/>
              </a:ext>
            </a:extLst>
          </p:cNvPr>
          <p:cNvSpPr txBox="1"/>
          <p:nvPr/>
        </p:nvSpPr>
        <p:spPr>
          <a:xfrm>
            <a:off x="5206768" y="1217492"/>
            <a:ext cx="1155835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BaseDetector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2EC190D0-D4D1-E71D-748F-68B044E3079C}"/>
              </a:ext>
            </a:extLst>
          </p:cNvPr>
          <p:cNvSpPr txBox="1"/>
          <p:nvPr/>
        </p:nvSpPr>
        <p:spPr>
          <a:xfrm>
            <a:off x="6202299" y="1204041"/>
            <a:ext cx="1155835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(abstract)</a:t>
            </a:r>
          </a:p>
        </p:txBody>
      </p:sp>
      <p:sp>
        <p:nvSpPr>
          <p:cNvPr id="136" name="圆角矩形 1088">
            <a:extLst>
              <a:ext uri="{FF2B5EF4-FFF2-40B4-BE49-F238E27FC236}">
                <a16:creationId xmlns:a16="http://schemas.microsoft.com/office/drawing/2014/main" id="{6E83C81A-BD10-91F5-4296-C6917A9A054A}"/>
              </a:ext>
            </a:extLst>
          </p:cNvPr>
          <p:cNvSpPr/>
          <p:nvPr/>
        </p:nvSpPr>
        <p:spPr>
          <a:xfrm>
            <a:off x="5178984" y="1567546"/>
            <a:ext cx="1244784" cy="241998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EEE36A2A-6E3F-4C01-C542-7837D31C10CF}"/>
              </a:ext>
            </a:extLst>
          </p:cNvPr>
          <p:cNvSpPr/>
          <p:nvPr/>
        </p:nvSpPr>
        <p:spPr>
          <a:xfrm>
            <a:off x="5195740" y="1587279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91EE6B3-FA5A-79BF-C334-08BE463E3ED8}"/>
              </a:ext>
            </a:extLst>
          </p:cNvPr>
          <p:cNvSpPr txBox="1"/>
          <p:nvPr/>
        </p:nvSpPr>
        <p:spPr>
          <a:xfrm>
            <a:off x="5355897" y="1557072"/>
            <a:ext cx="1067871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CoatDetector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39" name="圆角矩形 1091">
            <a:extLst>
              <a:ext uri="{FF2B5EF4-FFF2-40B4-BE49-F238E27FC236}">
                <a16:creationId xmlns:a16="http://schemas.microsoft.com/office/drawing/2014/main" id="{F2413FE8-BFEE-2F01-FA82-6106BDA1BCD7}"/>
              </a:ext>
            </a:extLst>
          </p:cNvPr>
          <p:cNvSpPr/>
          <p:nvPr/>
        </p:nvSpPr>
        <p:spPr>
          <a:xfrm>
            <a:off x="5178127" y="1887386"/>
            <a:ext cx="1557646" cy="241998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3668EF80-5F2B-C427-B145-0FDBA34ED4A2}"/>
              </a:ext>
            </a:extLst>
          </p:cNvPr>
          <p:cNvSpPr/>
          <p:nvPr/>
        </p:nvSpPr>
        <p:spPr>
          <a:xfrm>
            <a:off x="5194883" y="1907119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0A4D0FCA-FF96-8118-BB87-D74DD34E40C0}"/>
              </a:ext>
            </a:extLst>
          </p:cNvPr>
          <p:cNvSpPr txBox="1"/>
          <p:nvPr/>
        </p:nvSpPr>
        <p:spPr>
          <a:xfrm>
            <a:off x="5355040" y="1876912"/>
            <a:ext cx="1510387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NightSingleDetector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42" name="圆角矩形 1094">
            <a:extLst>
              <a:ext uri="{FF2B5EF4-FFF2-40B4-BE49-F238E27FC236}">
                <a16:creationId xmlns:a16="http://schemas.microsoft.com/office/drawing/2014/main" id="{D15EC9D8-4F60-2617-0CA1-BD30C3F47AE0}"/>
              </a:ext>
            </a:extLst>
          </p:cNvPr>
          <p:cNvSpPr/>
          <p:nvPr/>
        </p:nvSpPr>
        <p:spPr>
          <a:xfrm>
            <a:off x="5178126" y="2211708"/>
            <a:ext cx="1879345" cy="241998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0C64B2D3-86EA-261A-7CC5-7D226006C038}"/>
              </a:ext>
            </a:extLst>
          </p:cNvPr>
          <p:cNvSpPr/>
          <p:nvPr/>
        </p:nvSpPr>
        <p:spPr>
          <a:xfrm>
            <a:off x="5194883" y="2231441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450854AE-836D-B4BB-90F7-B6F21DECA1E4}"/>
              </a:ext>
            </a:extLst>
          </p:cNvPr>
          <p:cNvSpPr txBox="1"/>
          <p:nvPr/>
        </p:nvSpPr>
        <p:spPr>
          <a:xfrm>
            <a:off x="5329531" y="2184936"/>
            <a:ext cx="1810235" cy="25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0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ChannelOccupancyDetector</a:t>
            </a:r>
            <a:endParaRPr lang="en" altLang="zh-CN" sz="10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145" name="直线箭头连接符 1097">
            <a:extLst>
              <a:ext uri="{FF2B5EF4-FFF2-40B4-BE49-F238E27FC236}">
                <a16:creationId xmlns:a16="http://schemas.microsoft.com/office/drawing/2014/main" id="{3E302BBC-8A01-A804-C93B-E0BF4F5243BB}"/>
              </a:ext>
            </a:extLst>
          </p:cNvPr>
          <p:cNvCxnSpPr>
            <a:cxnSpLocks/>
          </p:cNvCxnSpPr>
          <p:nvPr/>
        </p:nvCxnSpPr>
        <p:spPr>
          <a:xfrm>
            <a:off x="5106267" y="1500017"/>
            <a:ext cx="0" cy="925623"/>
          </a:xfrm>
          <a:prstGeom prst="straightConnector1">
            <a:avLst/>
          </a:prstGeom>
          <a:ln>
            <a:solidFill>
              <a:srgbClr val="9B5D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6D61B996-79FE-0A2A-5176-4CC630B4DA78}"/>
              </a:ext>
            </a:extLst>
          </p:cNvPr>
          <p:cNvSpPr txBox="1"/>
          <p:nvPr/>
        </p:nvSpPr>
        <p:spPr>
          <a:xfrm>
            <a:off x="8455442" y="2203907"/>
            <a:ext cx="548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200" b="1" dirty="0">
                <a:solidFill>
                  <a:schemeClr val="tx1"/>
                </a:solidFill>
              </a:rPr>
              <a:t>……</a:t>
            </a:r>
          </a:p>
        </p:txBody>
      </p:sp>
      <p:sp>
        <p:nvSpPr>
          <p:cNvPr id="147" name="圆角矩形 1104">
            <a:extLst>
              <a:ext uri="{FF2B5EF4-FFF2-40B4-BE49-F238E27FC236}">
                <a16:creationId xmlns:a16="http://schemas.microsoft.com/office/drawing/2014/main" id="{59A9F004-997B-2B06-5668-85E1D91A1648}"/>
              </a:ext>
            </a:extLst>
          </p:cNvPr>
          <p:cNvSpPr/>
          <p:nvPr/>
        </p:nvSpPr>
        <p:spPr>
          <a:xfrm>
            <a:off x="7214880" y="1873798"/>
            <a:ext cx="1647282" cy="241998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03E0BD33-0735-CCD8-507A-0F6623A85767}"/>
              </a:ext>
            </a:extLst>
          </p:cNvPr>
          <p:cNvSpPr/>
          <p:nvPr/>
        </p:nvSpPr>
        <p:spPr>
          <a:xfrm>
            <a:off x="7231636" y="1893531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1007D80-7F19-087A-2A8C-F141E871C031}"/>
              </a:ext>
            </a:extLst>
          </p:cNvPr>
          <p:cNvSpPr txBox="1"/>
          <p:nvPr/>
        </p:nvSpPr>
        <p:spPr>
          <a:xfrm>
            <a:off x="7404171" y="1860254"/>
            <a:ext cx="1457991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b="1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IdentificationModel</a:t>
            </a:r>
            <a:endParaRPr lang="en" altLang="zh-CN" sz="1100" b="1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150" name="曲线连接符 1108">
            <a:extLst>
              <a:ext uri="{FF2B5EF4-FFF2-40B4-BE49-F238E27FC236}">
                <a16:creationId xmlns:a16="http://schemas.microsoft.com/office/drawing/2014/main" id="{EFF7E871-2312-AC45-D918-5D4FC8CD18B5}"/>
              </a:ext>
            </a:extLst>
          </p:cNvPr>
          <p:cNvCxnSpPr>
            <a:cxnSpLocks/>
            <a:endCxn id="149" idx="0"/>
          </p:cNvCxnSpPr>
          <p:nvPr/>
        </p:nvCxnSpPr>
        <p:spPr>
          <a:xfrm>
            <a:off x="7098632" y="1268556"/>
            <a:ext cx="1034535" cy="591698"/>
          </a:xfrm>
          <a:prstGeom prst="curvedConnector2">
            <a:avLst/>
          </a:prstGeom>
          <a:ln>
            <a:solidFill>
              <a:srgbClr val="9B5D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角矩形 1101">
            <a:extLst>
              <a:ext uri="{FF2B5EF4-FFF2-40B4-BE49-F238E27FC236}">
                <a16:creationId xmlns:a16="http://schemas.microsoft.com/office/drawing/2014/main" id="{C5AB0B8B-8058-9FD6-D644-0CDDD3662E39}"/>
              </a:ext>
            </a:extLst>
          </p:cNvPr>
          <p:cNvSpPr/>
          <p:nvPr/>
        </p:nvSpPr>
        <p:spPr>
          <a:xfrm>
            <a:off x="7220958" y="1448334"/>
            <a:ext cx="1232162" cy="241998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648471AF-BFD7-FC0A-4333-3BFBFE96535D}"/>
              </a:ext>
            </a:extLst>
          </p:cNvPr>
          <p:cNvSpPr/>
          <p:nvPr/>
        </p:nvSpPr>
        <p:spPr>
          <a:xfrm>
            <a:off x="7237714" y="1468067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85B593F-EC1F-BA08-019E-DBA9173CD6D0}"/>
              </a:ext>
            </a:extLst>
          </p:cNvPr>
          <p:cNvSpPr txBox="1"/>
          <p:nvPr/>
        </p:nvSpPr>
        <p:spPr>
          <a:xfrm>
            <a:off x="7410249" y="1425646"/>
            <a:ext cx="1140389" cy="25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ModelLoader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54" name="圆角矩形 1109">
            <a:extLst>
              <a:ext uri="{FF2B5EF4-FFF2-40B4-BE49-F238E27FC236}">
                <a16:creationId xmlns:a16="http://schemas.microsoft.com/office/drawing/2014/main" id="{F20BE3CB-EA5D-68E6-2B10-8856E8D5E2A5}"/>
              </a:ext>
            </a:extLst>
          </p:cNvPr>
          <p:cNvSpPr/>
          <p:nvPr/>
        </p:nvSpPr>
        <p:spPr>
          <a:xfrm>
            <a:off x="9115896" y="2272459"/>
            <a:ext cx="1400102" cy="247139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997EB638-E50F-0E4F-7868-150BED6C12F9}"/>
              </a:ext>
            </a:extLst>
          </p:cNvPr>
          <p:cNvSpPr/>
          <p:nvPr/>
        </p:nvSpPr>
        <p:spPr>
          <a:xfrm>
            <a:off x="9132652" y="2297333"/>
            <a:ext cx="210028" cy="2100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B939ADB0-DFB1-A7D1-C4CE-3F62DA89810D}"/>
              </a:ext>
            </a:extLst>
          </p:cNvPr>
          <p:cNvSpPr txBox="1"/>
          <p:nvPr/>
        </p:nvSpPr>
        <p:spPr>
          <a:xfrm>
            <a:off x="9305187" y="2254912"/>
            <a:ext cx="1292963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b="1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PhotoConsumer</a:t>
            </a:r>
            <a:endParaRPr lang="en" altLang="zh-CN" sz="1100" b="1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  <a:p>
            <a:pPr>
              <a:lnSpc>
                <a:spcPts val="1350"/>
              </a:lnSpc>
            </a:pPr>
            <a:endParaRPr lang="en" altLang="zh-CN" sz="1100" b="1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57" name="圆角矩形 1113">
            <a:extLst>
              <a:ext uri="{FF2B5EF4-FFF2-40B4-BE49-F238E27FC236}">
                <a16:creationId xmlns:a16="http://schemas.microsoft.com/office/drawing/2014/main" id="{59BA4173-239D-A1A2-13BC-B952A3124ACD}"/>
              </a:ext>
            </a:extLst>
          </p:cNvPr>
          <p:cNvSpPr/>
          <p:nvPr/>
        </p:nvSpPr>
        <p:spPr>
          <a:xfrm>
            <a:off x="7233430" y="2124263"/>
            <a:ext cx="1648663" cy="587322"/>
          </a:xfrm>
          <a:prstGeom prst="roundRect">
            <a:avLst>
              <a:gd name="adj" fmla="val 3060"/>
            </a:avLst>
          </a:prstGeom>
          <a:noFill/>
          <a:ln w="12700">
            <a:solidFill>
              <a:srgbClr val="9B5DE0">
                <a:alpha val="54118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8" name="圆角矩形 1115">
            <a:extLst>
              <a:ext uri="{FF2B5EF4-FFF2-40B4-BE49-F238E27FC236}">
                <a16:creationId xmlns:a16="http://schemas.microsoft.com/office/drawing/2014/main" id="{84AE2F4E-2980-4954-7966-F288C1988B83}"/>
              </a:ext>
            </a:extLst>
          </p:cNvPr>
          <p:cNvSpPr/>
          <p:nvPr/>
        </p:nvSpPr>
        <p:spPr>
          <a:xfrm>
            <a:off x="7286779" y="2167025"/>
            <a:ext cx="336540" cy="497305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9" name="圆角矩形 1117">
            <a:extLst>
              <a:ext uri="{FF2B5EF4-FFF2-40B4-BE49-F238E27FC236}">
                <a16:creationId xmlns:a16="http://schemas.microsoft.com/office/drawing/2014/main" id="{28C6EC8B-C2BB-9AD9-E055-40AB57C228C9}"/>
              </a:ext>
            </a:extLst>
          </p:cNvPr>
          <p:cNvSpPr/>
          <p:nvPr/>
        </p:nvSpPr>
        <p:spPr>
          <a:xfrm>
            <a:off x="7693343" y="2167190"/>
            <a:ext cx="336540" cy="497305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0" name="圆角矩形 1118">
            <a:extLst>
              <a:ext uri="{FF2B5EF4-FFF2-40B4-BE49-F238E27FC236}">
                <a16:creationId xmlns:a16="http://schemas.microsoft.com/office/drawing/2014/main" id="{8E6172B3-3CD1-8C58-8715-6CB6B40F4948}"/>
              </a:ext>
            </a:extLst>
          </p:cNvPr>
          <p:cNvSpPr/>
          <p:nvPr/>
        </p:nvSpPr>
        <p:spPr>
          <a:xfrm>
            <a:off x="8098841" y="2167190"/>
            <a:ext cx="423464" cy="497305"/>
          </a:xfrm>
          <a:prstGeom prst="roundRect">
            <a:avLst>
              <a:gd name="adj" fmla="val 3060"/>
            </a:avLst>
          </a:prstGeom>
          <a:solidFill>
            <a:srgbClr val="9B5DE0">
              <a:alpha val="12157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212486DB-8B31-AD3F-4403-22B67E5731B0}"/>
              </a:ext>
            </a:extLst>
          </p:cNvPr>
          <p:cNvSpPr txBox="1"/>
          <p:nvPr/>
        </p:nvSpPr>
        <p:spPr>
          <a:xfrm>
            <a:off x="5841879" y="2552380"/>
            <a:ext cx="548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defRPr>
            </a:lvl1pPr>
          </a:lstStyle>
          <a:p>
            <a:r>
              <a:rPr lang="en" altLang="zh-CN" sz="1200" b="1" dirty="0">
                <a:solidFill>
                  <a:schemeClr val="tx1"/>
                </a:solidFill>
              </a:rPr>
              <a:t>……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FFFFC8D-BD7B-67D7-4E86-5B9DB2040BDB}"/>
              </a:ext>
            </a:extLst>
          </p:cNvPr>
          <p:cNvSpPr txBox="1"/>
          <p:nvPr/>
        </p:nvSpPr>
        <p:spPr>
          <a:xfrm>
            <a:off x="7233431" y="2246411"/>
            <a:ext cx="497712" cy="43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Coat</a:t>
            </a:r>
          </a:p>
          <a:p>
            <a:pPr>
              <a:lnSpc>
                <a:spcPts val="1350"/>
              </a:lnSpc>
            </a:pPr>
            <a:r>
              <a:rPr lang="en" altLang="zh-CN" sz="110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.</a:t>
            </a:r>
            <a:r>
              <a:rPr lang="en" altLang="zh-CN" sz="8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pridict</a:t>
            </a:r>
            <a:endParaRPr lang="en" altLang="zh-CN" sz="11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BFA6CF18-7D76-C2C9-F06C-7029F0F47D23}"/>
              </a:ext>
            </a:extLst>
          </p:cNvPr>
          <p:cNvSpPr txBox="1"/>
          <p:nvPr/>
        </p:nvSpPr>
        <p:spPr>
          <a:xfrm>
            <a:off x="7628058" y="2247557"/>
            <a:ext cx="497712" cy="42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110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night</a:t>
            </a:r>
          </a:p>
          <a:p>
            <a:pPr>
              <a:lnSpc>
                <a:spcPts val="1350"/>
              </a:lnSpc>
            </a:pPr>
            <a:r>
              <a:rPr lang="en" altLang="zh-CN" sz="80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.</a:t>
            </a:r>
            <a:r>
              <a:rPr lang="en" altLang="zh-CN" sz="8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pridict</a:t>
            </a:r>
            <a:endParaRPr lang="en" altLang="zh-CN" sz="8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D5499CEF-9723-30B0-C67F-E504B5922849}"/>
              </a:ext>
            </a:extLst>
          </p:cNvPr>
          <p:cNvSpPr txBox="1"/>
          <p:nvPr/>
        </p:nvSpPr>
        <p:spPr>
          <a:xfrm>
            <a:off x="8019262" y="2242408"/>
            <a:ext cx="739007" cy="432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altLang="zh-CN" sz="90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Channel</a:t>
            </a:r>
          </a:p>
          <a:p>
            <a:pPr>
              <a:lnSpc>
                <a:spcPts val="1350"/>
              </a:lnSpc>
            </a:pPr>
            <a:r>
              <a:rPr lang="en" altLang="zh-CN" sz="900" dirty="0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.</a:t>
            </a:r>
            <a:r>
              <a:rPr lang="en" altLang="zh-CN" sz="900" dirty="0" err="1">
                <a:latin typeface="Arial" panose="020B0604020202020204" pitchFamily="34" charset="0"/>
                <a:ea typeface="Apple Color Emoji" pitchFamily="2" charset="0"/>
                <a:cs typeface="Arial" panose="020B0604020202020204" pitchFamily="34" charset="0"/>
              </a:rPr>
              <a:t>pridict</a:t>
            </a:r>
            <a:endParaRPr lang="en" altLang="zh-CN" sz="900" dirty="0">
              <a:latin typeface="Arial" panose="020B0604020202020204" pitchFamily="34" charset="0"/>
              <a:ea typeface="Apple Color Emoji" pitchFamily="2" charset="0"/>
              <a:cs typeface="Arial" panose="020B0604020202020204" pitchFamily="34" charset="0"/>
            </a:endParaRPr>
          </a:p>
        </p:txBody>
      </p:sp>
      <p:cxnSp>
        <p:nvCxnSpPr>
          <p:cNvPr id="165" name="直线箭头连接符 1128">
            <a:extLst>
              <a:ext uri="{FF2B5EF4-FFF2-40B4-BE49-F238E27FC236}">
                <a16:creationId xmlns:a16="http://schemas.microsoft.com/office/drawing/2014/main" id="{7C36C40D-21DB-F048-51C0-277BF44DD0CB}"/>
              </a:ext>
            </a:extLst>
          </p:cNvPr>
          <p:cNvCxnSpPr>
            <a:cxnSpLocks/>
          </p:cNvCxnSpPr>
          <p:nvPr/>
        </p:nvCxnSpPr>
        <p:spPr>
          <a:xfrm>
            <a:off x="8872079" y="2395160"/>
            <a:ext cx="240225" cy="0"/>
          </a:xfrm>
          <a:prstGeom prst="straightConnector1">
            <a:avLst/>
          </a:prstGeom>
          <a:ln>
            <a:solidFill>
              <a:srgbClr val="9B5D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78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15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</Words>
  <Application>Microsoft Office PowerPoint</Application>
  <PresentationFormat>宽屏</PresentationFormat>
  <Paragraphs>86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方天垚</dc:creator>
  <cp:lastModifiedBy>方天垚</cp:lastModifiedBy>
  <cp:revision>1</cp:revision>
  <dcterms:created xsi:type="dcterms:W3CDTF">2026-01-14T05:16:45Z</dcterms:created>
  <dcterms:modified xsi:type="dcterms:W3CDTF">2026-01-14T05:19:47Z</dcterms:modified>
</cp:coreProperties>
</file>